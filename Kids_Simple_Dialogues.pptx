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10"/>
    <p:sldId id="265" r:id="rId11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68" r:id="rId14"/>
    <p:sldId id="270" r:id="rId16"/>
    <p:sldId id="269" r:id="rId15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315f9d1-fcd1-628f-4d3e-39a1ff940b10}">
          <p14:sldIdLst>
            <p14:sldId id="256"/>
            <p14:sldId id="257"/>
            <p14:sldId id="258"/>
          </p14:sldIdLst>
        </p14:section>
        <p14:section name="Part 1: Language" id="{93197e83-55fe-ad9f-2e58-610597fee829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Part 2: Model Story" id="{f6cb0330-0c0f-8eb8-5d41-4c5ea1674620}">
          <p14:sldIdLst>
            <p14:sldId id="265"/>
            <p14:sldId id="266"/>
            <p14:sldId id="267"/>
          </p14:sldIdLst>
        </p14:section>
        <p14:section name="Part 3: Practice" id="{948f41bf-32b5-0f7e-443b-a01b567e33c5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الدرس الرابع: الانتقال من الحديث عن الحاضر إلى حكي أحداث الماضي بكلام متصل. مدة الدرس حصتان تقريباً.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في نهاية الدرس يستطيع التلميذ حكي قصة قصيرة عن تجربة شخصية لمدة دقيقة، بأحداث مرتبة وأفعال في الماضي.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نشاط تمهيدي سريع: لا تصحح الأخطاء الآن، فقط لاحظ الأخطاء الشائعة في الماضي لتعود إليها في الشرح.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الجزء الأول: الأدوات اللغوية التي يحتاجها التلميذ ليحكي قصة.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المستمع الجيد يتفاعل. هذه العبارات تربط هذا الدرس بدرس إبداء الرأي.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الجزء الثاني: قصة نموذجية يحكيها الأستاذ قبل أن يكتب التلاميذ قصصهم.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الجزء الثالث: أنشطة تطبيقية متدرجة من الموجّه إلى الحر.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كل تلميذ يحكي صورة واحدة بالتتابع. النهاية المفاجئة (المدرسة مغلقة لأنه يوم عطلة) تثير الضحك وتشجع على المشاركة.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لعبة حركية: يتجول التلاميذ ويسألون بـ Did you. عند الإجابة بنعم يطرحون سؤالاً إضافياً بـ Wh- لتطوير المحادثة.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المهمة الختامية تقيّم الدرس كله. يستمع الزملاء ويتفاعلون بعبارات Really? / What happened next?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الواجب ينقل المهارة من الشفهي إلى الكتابي. في الحصة القادمة: Lesson 5 - Making Plans and Invitations.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51206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51206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23444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5669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880360"/>
            <a:ext cx="5486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5.xml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7.xml"/><Relationship Id="rId11" Type="http://schemas.openxmlformats.org/officeDocument/2006/relationships/image" Target="../media/image9.png"/><Relationship Id="rId1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Hello, Friends!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Simple Dialogues · Everyday Situations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English for Kids</a:t>
            </a:r>
            <a:endParaRPr lang="en-US" sz="1800" dirty="0"/>
          </a:p>
        </p:txBody>
      </p:sp>
      <p:sp>
        <p:nvSpPr>
          <p:cNvPr id="4" name="hero circle"/>
          <p:cNvSpPr/>
          <p:nvPr/>
        </p:nvSpPr>
        <p:spPr>
          <a:xfrm>
            <a:off x="6126480" y="1188720"/>
            <a:ext cx="2468880" cy="2468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hero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82880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Lesson Goals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1325880" y="14173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8079" y="1639519"/>
            <a:ext cx="378562" cy="37856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Goal 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Say Hello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2004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Greet people and talk about yourself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3291840" y="118872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160520" y="141732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2719" y="1639519"/>
            <a:ext cx="378562" cy="37856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Goal 2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Ask and Answer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32004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Easy questions: What? Where? How old?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126480" y="118872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 circle"/>
          <p:cNvSpPr/>
          <p:nvPr/>
        </p:nvSpPr>
        <p:spPr>
          <a:xfrm>
            <a:off x="6995160" y="141732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17359" y="1639519"/>
            <a:ext cx="378562" cy="37856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0936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Goal 3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30936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Play Roles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355080" y="32004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Act out everyday situations with a friend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Warm-up: Let's Talk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26060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868" y="1415948"/>
            <a:ext cx="231343" cy="231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8745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What's your name?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3200400" y="1097280"/>
            <a:ext cx="26060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icon circle"/>
          <p:cNvSpPr/>
          <p:nvPr/>
        </p:nvSpPr>
        <p:spPr>
          <a:xfrm>
            <a:off x="3383280" y="12801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068" y="1415948"/>
            <a:ext cx="231343" cy="23134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383280" y="18745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old are you?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457200" y="2880360"/>
            <a:ext cx="26060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con circle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68" y="3199028"/>
            <a:ext cx="231343" cy="231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40080" y="36576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What's your favourite colour?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3200400" y="2880360"/>
            <a:ext cx="26060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 circle"/>
          <p:cNvSpPr/>
          <p:nvPr/>
        </p:nvSpPr>
        <p:spPr>
          <a:xfrm>
            <a:off x="3383280" y="306324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9068" y="3199028"/>
            <a:ext cx="231343" cy="23134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383280" y="36576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Do you have a pet?</a:t>
            </a:r>
            <a:endParaRPr lang="en-US" sz="1600" dirty="0"/>
          </a:p>
        </p:txBody>
      </p:sp>
      <p:sp>
        <p:nvSpPr>
          <p:cNvPr id="19" name="card"/>
          <p:cNvSpPr/>
          <p:nvPr/>
        </p:nvSpPr>
        <p:spPr>
          <a:xfrm>
            <a:off x="6035040" y="1097280"/>
            <a:ext cx="2651760" cy="3520440"/>
          </a:xfrm>
          <a:prstGeom prst="roundRect">
            <a:avLst>
              <a:gd name="adj" fmla="val 41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26364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Warm-up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6263640" y="173736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Work in pairs.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Ask and answer.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Smile!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Time: 3 minutes.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234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PART 1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Magic Words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8803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Polite words and feelings for every day</a:t>
            </a:r>
            <a:endParaRPr lang="en-US" sz="1800" dirty="0"/>
          </a:p>
        </p:txBody>
      </p:sp>
      <p:sp>
        <p:nvSpPr>
          <p:cNvPr id="5" name="divider circle"/>
          <p:cNvSpPr/>
          <p:nvPr/>
        </p:nvSpPr>
        <p:spPr>
          <a:xfrm>
            <a:off x="6400800" y="1417320"/>
            <a:ext cx="2194560" cy="21945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divider inner"/>
          <p:cNvSpPr/>
          <p:nvPr/>
        </p:nvSpPr>
        <p:spPr>
          <a:xfrm>
            <a:off x="6629400" y="1645920"/>
            <a:ext cx="1737360" cy="1737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divider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2057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Magic Words and Feelings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420624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Polite words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685800" y="1783080"/>
            <a:ext cx="1783080" cy="530352"/>
          </a:xfrm>
          <a:prstGeom prst="roundRect">
            <a:avLst>
              <a:gd name="adj" fmla="val 2069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8308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Hello!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2606040" y="1783080"/>
            <a:ext cx="1783080" cy="530352"/>
          </a:xfrm>
          <a:prstGeom prst="roundRect">
            <a:avLst>
              <a:gd name="adj" fmla="val 2069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06040" y="178308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Goodbye!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685800" y="2441448"/>
            <a:ext cx="1783080" cy="530352"/>
          </a:xfrm>
          <a:prstGeom prst="roundRect">
            <a:avLst>
              <a:gd name="adj" fmla="val 2069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4144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Please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2606040" y="2441448"/>
            <a:ext cx="1783080" cy="530352"/>
          </a:xfrm>
          <a:prstGeom prst="roundRect">
            <a:avLst>
              <a:gd name="adj" fmla="val 2069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06040" y="244144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Thank you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685800" y="3099816"/>
            <a:ext cx="1783080" cy="530352"/>
          </a:xfrm>
          <a:prstGeom prst="roundRect">
            <a:avLst>
              <a:gd name="adj" fmla="val 2069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099816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Sorry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2606040" y="3099816"/>
            <a:ext cx="1783080" cy="530352"/>
          </a:xfrm>
          <a:prstGeom prst="roundRect">
            <a:avLst>
              <a:gd name="adj" fmla="val 2069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06040" y="3099816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Excuse me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840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You're welcome! · No problem!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4937760" y="1097280"/>
            <a:ext cx="3749040" cy="352044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6636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How do you feel?</a:t>
            </a:r>
            <a:endParaRPr lang="en-US" sz="1600" dirty="0"/>
          </a:p>
        </p:txBody>
      </p:sp>
      <p:sp>
        <p:nvSpPr>
          <p:cNvPr id="20" name="icon circle"/>
          <p:cNvSpPr/>
          <p:nvPr/>
        </p:nvSpPr>
        <p:spPr>
          <a:xfrm>
            <a:off x="5166360" y="178308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5240" y="1871960"/>
            <a:ext cx="151425" cy="15142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5623560" y="178308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I'm happy!</a:t>
            </a:r>
            <a:endParaRPr lang="en-US" sz="1500" dirty="0"/>
          </a:p>
        </p:txBody>
      </p:sp>
      <p:sp>
        <p:nvSpPr>
          <p:cNvPr id="23" name="icon circle"/>
          <p:cNvSpPr/>
          <p:nvPr/>
        </p:nvSpPr>
        <p:spPr>
          <a:xfrm>
            <a:off x="5166360" y="23134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4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240" y="2402312"/>
            <a:ext cx="151425" cy="151425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623560" y="231343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I'm hungry!</a:t>
            </a:r>
            <a:endParaRPr lang="en-US" sz="1500" dirty="0"/>
          </a:p>
        </p:txBody>
      </p:sp>
      <p:sp>
        <p:nvSpPr>
          <p:cNvPr id="26" name="icon circle"/>
          <p:cNvSpPr/>
          <p:nvPr/>
        </p:nvSpPr>
        <p:spPr>
          <a:xfrm>
            <a:off x="5166360" y="284378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7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5240" y="2932664"/>
            <a:ext cx="151425" cy="151425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5623560" y="28437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I'm tired.</a:t>
            </a:r>
            <a:endParaRPr lang="en-US" sz="1500" dirty="0"/>
          </a:p>
        </p:txBody>
      </p:sp>
      <p:sp>
        <p:nvSpPr>
          <p:cNvPr id="29" name="icon circle"/>
          <p:cNvSpPr/>
          <p:nvPr/>
        </p:nvSpPr>
        <p:spPr>
          <a:xfrm>
            <a:off x="5166360" y="337413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5240" y="3463016"/>
            <a:ext cx="151425" cy="151425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5623560" y="337413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I'm cold.</a:t>
            </a:r>
            <a:endParaRPr lang="en-US" sz="1500" dirty="0"/>
          </a:p>
        </p:txBody>
      </p:sp>
      <p:sp>
        <p:nvSpPr>
          <p:cNvPr id="32" name="icon circle"/>
          <p:cNvSpPr/>
          <p:nvPr/>
        </p:nvSpPr>
        <p:spPr>
          <a:xfrm>
            <a:off x="5166360" y="390448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3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5240" y="3993368"/>
            <a:ext cx="151425" cy="151425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5623560" y="39044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I'm fine, thank you!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234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PART 2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Dialogues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8803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Read, listen and say it with a friend</a:t>
            </a:r>
            <a:endParaRPr lang="en-US" sz="1800" dirty="0"/>
          </a:p>
        </p:txBody>
      </p:sp>
      <p:sp>
        <p:nvSpPr>
          <p:cNvPr id="5" name="divider circle"/>
          <p:cNvSpPr/>
          <p:nvPr/>
        </p:nvSpPr>
        <p:spPr>
          <a:xfrm>
            <a:off x="6400800" y="1417320"/>
            <a:ext cx="2194560" cy="21945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divider inner"/>
          <p:cNvSpPr/>
          <p:nvPr/>
        </p:nvSpPr>
        <p:spPr>
          <a:xfrm>
            <a:off x="6629400" y="1645920"/>
            <a:ext cx="1737360" cy="1737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divider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2057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234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PART 3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Let's Play Roles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8803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Everyday scenarios to act out</a:t>
            </a:r>
            <a:endParaRPr lang="en-US" sz="1800" dirty="0"/>
          </a:p>
        </p:txBody>
      </p:sp>
      <p:sp>
        <p:nvSpPr>
          <p:cNvPr id="5" name="divider circle"/>
          <p:cNvSpPr/>
          <p:nvPr/>
        </p:nvSpPr>
        <p:spPr>
          <a:xfrm>
            <a:off x="6400800" y="1417320"/>
            <a:ext cx="2194560" cy="21945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divider inner"/>
          <p:cNvSpPr/>
          <p:nvPr/>
        </p:nvSpPr>
        <p:spPr>
          <a:xfrm>
            <a:off x="6629400" y="1645920"/>
            <a:ext cx="1737360" cy="1737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divide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057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Scenario: Lina's Day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1920240" cy="22860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icon circle"/>
          <p:cNvSpPr/>
          <p:nvPr/>
        </p:nvSpPr>
        <p:spPr>
          <a:xfrm>
            <a:off x="914400" y="137160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5977" y="1643177"/>
            <a:ext cx="462686" cy="4626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606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wake up at 7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2560320" y="1097280"/>
            <a:ext cx="1920240" cy="22860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97480" y="1188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icon circle"/>
          <p:cNvSpPr/>
          <p:nvPr/>
        </p:nvSpPr>
        <p:spPr>
          <a:xfrm>
            <a:off x="3017520" y="1371600"/>
            <a:ext cx="1005840" cy="10058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9097" y="1643177"/>
            <a:ext cx="462686" cy="46268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51760" y="2606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eat breakfast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4663440" y="1097280"/>
            <a:ext cx="1920240" cy="22860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800600" y="1188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icon circle"/>
          <p:cNvSpPr/>
          <p:nvPr/>
        </p:nvSpPr>
        <p:spPr>
          <a:xfrm>
            <a:off x="5120640" y="1371600"/>
            <a:ext cx="1005840" cy="10058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2217" y="1643177"/>
            <a:ext cx="462686" cy="46268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754880" y="2606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go to school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6766560" y="1097280"/>
            <a:ext cx="1920240" cy="22860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903720" y="1188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icon circle"/>
          <p:cNvSpPr/>
          <p:nvPr/>
        </p:nvSpPr>
        <p:spPr>
          <a:xfrm>
            <a:off x="7223760" y="1371600"/>
            <a:ext cx="1005840" cy="10058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5337" y="1643177"/>
            <a:ext cx="462686" cy="46268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58000" y="2606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play with friends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457200" y="3566160"/>
            <a:ext cx="822960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85800" y="356616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Task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2468880" y="356616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bg1"/>
                </a:solidFill>
              </a:rPr>
              <a:t>Tell Lina's day: "Lina wakes up at 7. Then she eats breakfast…" Now tell YOUR day!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Scenario Cards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59436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148" y="1507388"/>
            <a:ext cx="231343" cy="231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07008" y="109728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 meet a new friend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3200400" y="109728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icon circle"/>
          <p:cNvSpPr/>
          <p:nvPr/>
        </p:nvSpPr>
        <p:spPr>
          <a:xfrm>
            <a:off x="3337560" y="13716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3348" y="1507388"/>
            <a:ext cx="231343" cy="23134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950208" y="109728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 buy an apple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57200" y="228600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con circle"/>
          <p:cNvSpPr/>
          <p:nvPr/>
        </p:nvSpPr>
        <p:spPr>
          <a:xfrm>
            <a:off x="594360" y="256032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0148" y="2696108"/>
            <a:ext cx="231343" cy="231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228600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 lost your pencil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3200400" y="228600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 circle"/>
          <p:cNvSpPr/>
          <p:nvPr/>
        </p:nvSpPr>
        <p:spPr>
          <a:xfrm>
            <a:off x="3337560" y="256032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73348" y="2696108"/>
            <a:ext cx="231343" cy="23134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950208" y="228600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 call your grandma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457200" y="347472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594360" y="374904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icon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0148" y="3884828"/>
            <a:ext cx="231343" cy="23134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07008" y="347472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 invite a friend home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3200400" y="347472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con circle"/>
          <p:cNvSpPr/>
          <p:nvPr/>
        </p:nvSpPr>
        <p:spPr>
          <a:xfrm>
            <a:off x="3337560" y="374904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73348" y="3884828"/>
            <a:ext cx="231343" cy="231343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950208" y="347472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 order a pizza</a:t>
            </a:r>
            <a:endParaRPr lang="en-US" sz="1400" dirty="0"/>
          </a:p>
        </p:txBody>
      </p:sp>
      <p:sp>
        <p:nvSpPr>
          <p:cNvPr id="27" name="card"/>
          <p:cNvSpPr/>
          <p:nvPr/>
        </p:nvSpPr>
        <p:spPr>
          <a:xfrm>
            <a:off x="6035040" y="1097280"/>
            <a:ext cx="2651760" cy="3520440"/>
          </a:xfrm>
          <a:prstGeom prst="roundRect">
            <a:avLst>
              <a:gd name="adj" fmla="val 41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626364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How to play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6263640" y="173736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Work in pairs.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Pick a card.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Say 4 lines each.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Use please and thank you!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The class claps!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Final Task: My Little Show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42062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640080" y="13258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557" y="1486357"/>
            <a:ext cx="273406" cy="2734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234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1. Choose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Pick a dialogue or a card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57200" y="2286000"/>
            <a:ext cx="42062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640080" y="251460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557" y="2675077"/>
            <a:ext cx="273406" cy="27340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2. Practise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417320" y="2788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Say it with a friend 3 times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57200" y="3474720"/>
            <a:ext cx="42062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 circle"/>
          <p:cNvSpPr/>
          <p:nvPr/>
        </p:nvSpPr>
        <p:spPr>
          <a:xfrm>
            <a:off x="640080" y="370332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557" y="3863797"/>
            <a:ext cx="273406" cy="27340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3. Show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417320" y="3977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Act it for your class or family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4937760" y="1097280"/>
            <a:ext cx="3749040" cy="342900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16636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Success checklist</a:t>
            </a:r>
            <a:endParaRPr lang="en-US" sz="1600" dirty="0"/>
          </a:p>
        </p:txBody>
      </p:sp>
      <p:sp>
        <p:nvSpPr>
          <p:cNvPr id="20" name="icon circle"/>
          <p:cNvSpPr/>
          <p:nvPr/>
        </p:nvSpPr>
        <p:spPr>
          <a:xfrm>
            <a:off x="5166360" y="178308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5240" y="1871960"/>
            <a:ext cx="151425" cy="15142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23560" y="178308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Say hello and goodbye</a:t>
            </a:r>
            <a:endParaRPr lang="en-US" sz="1400" dirty="0"/>
          </a:p>
        </p:txBody>
      </p:sp>
      <p:sp>
        <p:nvSpPr>
          <p:cNvPr id="23" name="icon circle"/>
          <p:cNvSpPr/>
          <p:nvPr/>
        </p:nvSpPr>
        <p:spPr>
          <a:xfrm>
            <a:off x="5166360" y="23134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5240" y="2402312"/>
            <a:ext cx="151425" cy="15142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623560" y="231343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Use please and thank you</a:t>
            </a:r>
            <a:endParaRPr lang="en-US" sz="1400" dirty="0"/>
          </a:p>
        </p:txBody>
      </p:sp>
      <p:sp>
        <p:nvSpPr>
          <p:cNvPr id="26" name="icon circle"/>
          <p:cNvSpPr/>
          <p:nvPr/>
        </p:nvSpPr>
        <p:spPr>
          <a:xfrm>
            <a:off x="5166360" y="284378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7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5240" y="2932664"/>
            <a:ext cx="151425" cy="15142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623560" y="28437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Speak loud and clear</a:t>
            </a:r>
            <a:endParaRPr lang="en-US" sz="1400" dirty="0"/>
          </a:p>
        </p:txBody>
      </p:sp>
      <p:sp>
        <p:nvSpPr>
          <p:cNvPr id="29" name="icon circle"/>
          <p:cNvSpPr/>
          <p:nvPr/>
        </p:nvSpPr>
        <p:spPr>
          <a:xfrm>
            <a:off x="5166360" y="337413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5240" y="3463016"/>
            <a:ext cx="151425" cy="15142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5623560" y="337413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Smile and look at your friend</a:t>
            </a:r>
            <a:endParaRPr lang="en-US" sz="1400" dirty="0"/>
          </a:p>
        </p:txBody>
      </p:sp>
      <p:sp>
        <p:nvSpPr>
          <p:cNvPr id="32" name="icon circle"/>
          <p:cNvSpPr/>
          <p:nvPr/>
        </p:nvSpPr>
        <p:spPr>
          <a:xfrm>
            <a:off x="5166360" y="390448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3" name="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5240" y="3993368"/>
            <a:ext cx="151425" cy="151425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5623560" y="39044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Have fun!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Well Done, Superstar!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Homework: Say one dialogue at home with Mum or Dad. Then draw a picture of it!</a:t>
            </a:r>
            <a:endParaRPr lang="en-US" sz="1800" dirty="0"/>
          </a:p>
        </p:txBody>
      </p:sp>
      <p:sp>
        <p:nvSpPr>
          <p:cNvPr id="4" name="hero circle"/>
          <p:cNvSpPr/>
          <p:nvPr/>
        </p:nvSpPr>
        <p:spPr>
          <a:xfrm>
            <a:off x="6126480" y="1188720"/>
            <a:ext cx="2468880" cy="2468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her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82880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Dialogue 1: A New Friend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512064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47091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Lina: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Hello! I'm Lina. What's your name?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Sara: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Hi! My name is Sara.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Lina: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How old are you?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Sara: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I'm ten. And you?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Lina: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I'm ten too! Do you want to play?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Sara: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Yes, please!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5806440" y="1097280"/>
            <a:ext cx="2880360" cy="35204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Useful expressions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60020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What's your name?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How old are you?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Do you want to play?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Vocabulary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32461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friend · school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play · game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name · age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Dialogue 2: At Breakfast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512064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47091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Mum: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Good morning, Lina!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Lina: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Good morning, Mum!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Mum: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Are you hungry?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Lina: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Yes, I am. Can I have milk and bread, please?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Mum: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Here you are.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Lina: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Thank you, Mum!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5806440" y="1097280"/>
            <a:ext cx="2880360" cy="35204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Useful expressions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60020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Good morning!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Can I have…, please?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Here you are.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Vocabulary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32461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milk · bread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eggs · juice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breakfast · table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Dialogue 3: In the Classroom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512064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47091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Teacher: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Lina, where is your book?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Lina: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Sorry, teacher. It's in my bag.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Teacher: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OK. Open your book, please.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Lina: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Sara, can I borrow a pencil?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Sara: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Yes, here you are.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Lina: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Thank you!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5806440" y="1097280"/>
            <a:ext cx="2880360" cy="35204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Useful expressions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60020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Where is your…?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Can I borrow…?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Open your book.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Vocabulary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32461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book · pencil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bag · eraser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ruler · desk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Dialogue 4: At the Shop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512064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47091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Lina: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Hello! Can I have an ice cream, please?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Seller: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Sure! Chocolate or strawberry?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Lina: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Chocolate, please. How much is it?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Seller: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It's 100 dinars.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Lina: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Here you are. Thank you!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Seller: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You're welcome. Bye!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5806440" y="1097280"/>
            <a:ext cx="2880360" cy="35204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Useful expressions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60020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Can I have…?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How much is it?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You're welcome.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Vocabulary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32461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ice cream · sweets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chocolate · strawberry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money · price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Dialogue 5: My Pet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512064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47091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Sara: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Do you have a pet?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Lina: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Yes, I have a cat.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Sara: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What's its name?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Lina: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Her name is Mimi. She's white and small.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Sara: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Oh, she's so cute!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Lina: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 love her!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5806440" y="1097280"/>
            <a:ext cx="2880360" cy="35204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Useful expressions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60020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Do you have a…?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Yes, I have…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She is…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Vocabulary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32461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cat · dog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bird · fish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cute · small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Dialogue 6: At the Park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512064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47091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Lina: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Let's play hide and seek!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Adam: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OK! You count to ten.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Lina: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One, two, three… ten! Ready or not, here I come!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Adam: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You can't find me!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Lina: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 see you! You're behind the tree!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Adam: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Oh no! Your turn to hide!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5806440" y="1097280"/>
            <a:ext cx="2880360" cy="35204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Useful expressions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60020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Let's play…!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Your turn!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 see you!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Vocabulary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32461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tree · swing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slide · ball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hide · run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Dialogue 7: A Birthday Party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512064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47091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Sara: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Happy birthday, Lina! This is for you.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Lina: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Wow, thank you! What is it?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Sara: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Open it!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Lina: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teddy bear! I love it!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Sara: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How old are you today?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Lina: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I'm ten! Have some cake!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5806440" y="1097280"/>
            <a:ext cx="2880360" cy="35204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Useful expressions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60020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Happy birthday!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This is for you.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 love it!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Vocabulary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32461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cake · candles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present · balloon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party · song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Dialogue 8: At the Doctor's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512064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47091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Doctor: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Hello, Lina. What's wrong?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Lina: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 have a headache, and I'm hot.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Doctor: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Let me see… You have a fever.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Lina: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Oh no!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Doctor: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Drink water and sleep a lot.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Lina: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Thank you, doctor.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5806440" y="1097280"/>
            <a:ext cx="2880360" cy="35204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Useful expressions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60020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What's wrong?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 have a…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Get well soon!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Vocabulary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32461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headache · fever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tummy ache · cold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medicine · rest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eaking Class">
  <a:themeElements>
    <a:clrScheme name="Speaking Class">
      <a:dk1>
        <a:srgbClr val="1F2433"/>
      </a:dk1>
      <a:lt1>
        <a:srgbClr val="FFFFFF"/>
      </a:lt1>
      <a:dk2>
        <a:srgbClr val="2F3C7E"/>
      </a:dk2>
      <a:lt2>
        <a:srgbClr val="F1F3FA"/>
      </a:lt2>
      <a:accent1>
        <a:srgbClr val="F96167"/>
      </a:accent1>
      <a:accent2>
        <a:srgbClr val="F4A62A"/>
      </a:accent2>
      <a:accent3>
        <a:srgbClr val="2A9D8F"/>
      </a:accent3>
      <a:accent4>
        <a:srgbClr val="6C5CE7"/>
      </a:accent4>
      <a:accent5>
        <a:srgbClr val="E76F51"/>
      </a:accent5>
      <a:accent6>
        <a:srgbClr val="8D99AE"/>
      </a:accent6>
      <a:hlink>
        <a:srgbClr val="2F3C7E"/>
      </a:hlink>
      <a:folHlink>
        <a:srgbClr val="6C5CE7"/>
      </a:folHlink>
    </a:clrScheme>
    <a:fontScheme name="Speaking Clas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4 - Telling a Story</dc:title>
  <dc:subject>PptxGenJS Presentation</dc:subject>
  <dc:creator>PptxGenJS</dc:creator>
  <cp:lastModifiedBy>PptxGenJS</cp:lastModifiedBy>
  <cp:revision>1</cp:revision>
  <dcterms:created xsi:type="dcterms:W3CDTF">2026-10-09T11:30:33Z</dcterms:created>
  <dcterms:modified xsi:type="dcterms:W3CDTF">2026-10-09T11:30:33Z</dcterms:modified>
</cp:coreProperties>
</file>