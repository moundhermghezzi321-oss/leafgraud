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315f9d1-fcd1-628f-4d3e-39a1ff940b10}">
          <p14:sldIdLst>
            <p14:sldId id="256"/>
            <p14:sldId id="257"/>
            <p14:sldId id="258"/>
          </p14:sldIdLst>
        </p14:section>
        <p14:section name="Part 1: Language" id="{93197e83-55fe-ad9f-2e58-610597fee829}">
          <p14:sldIdLst>
            <p14:sldId id="259"/>
            <p14:sldId id="260"/>
            <p14:sldId id="261"/>
            <p14:sldId id="262"/>
            <p14:sldId id="263"/>
            <p14:sldId id="264"/>
          </p14:sldIdLst>
        </p14:section>
        <p14:section name="Part 2: Model Story" id="{f6cb0330-0c0f-8eb8-5d41-4c5ea1674620}">
          <p14:sldIdLst>
            <p14:sldId id="265"/>
            <p14:sldId id="266"/>
            <p14:sldId id="267"/>
          </p14:sldIdLst>
        </p14:section>
        <p14:section name="Part 3: Practice" id="{948f41bf-32b5-0f7e-443b-a01b567e33c5}">
          <p14:sldIdLst>
            <p14:sldId id="268"/>
            <p14:sldId id="269"/>
            <p14:sldId id="270"/>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الدرس الرابع: الانتقال من الحديث عن الحاضر إلى حكي أحداث الماضي بكلام متصل. مدة الدرس حصتان تقريباً.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في نهاية الدرس يستطيع التلميذ حكي قصة قصيرة عن تجربة شخصية لمدة دقيقة، بأحداث مرتبة وأفعال في الماضي.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نشاط تمهيدي سريع: لا تصحح الأخطاء الآن، فقط لاحظ الأخطاء الشائعة في الماضي لتعود إليها في الشرح.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الجزء الأول: الأدوات اللغوية التي يحتاجها التلميذ ليحكي قصة.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تمرين: اقرأ الأفعال بصوت مرتفع واطلب من التلاميذ تصنيفها في الأعمدة الثلاثة حسب نطق 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الأفعال الشاذة تُحفظ. لعبة سريعة: الأستاذ يقول الفعل في المضارع والتلميذ يجيب بالماضي بسرعة.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الخطأ الأكثر شيوعاً هو وضع الفعل في الماضي بعد did أو didn't. ركّز عليه بأمثلة كثيرة.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كلمات الترتيب تجعل القصة واضحة. اطلب من التلاميذ ترتيب جمل مبعثرة باستعمال هذه الكلمات.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المستمع الجيد يتفاعل. هذه العبارات تربط هذا الدرس بدرس إبداء الرأي.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الجزء الثاني: قصة نموذجية يحكيها الأستاذ قبل أن يكتب التلاميذ قصصهم.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اقرأ القصة مرتين. في المرة الثانية يسطّر التلاميذ الأفعال وكلمات الترتيب. الحل: الأفعال المنتظمة: visited. الأفعال الشاذة: woke, took, swam, ate, got, were, found, was. كلمات الترتيب: First, Then, After that, Suddenly, Finally.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خريطة القصة أداة تخطيط: يملأ التلميذ الأسئلة الخمسة بكلمات مفتاحية ثم يحكي دون قراءة نص كامل.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الجزء الثالث: أنشطة تطبيقية متدرجة من الموجّه إلى الحر.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كل تلميذ يحكي صورة واحدة بالتتابع. النهاية المفاجئة (المدرسة مغلقة لأنه يوم عطلة) تثير الضحك وتشجع على المشاركة.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لعبة حركية: يتجول التلاميذ ويسألون بـ Did you. عند الإجابة بنعم يطرحون سؤالاً إضافياً بـ Wh- لتطوير المحادثة.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يشجع النشاط على طرح الأسئلة: When did you meet him? How did you break your 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المهمة الختامية تقيّم الدرس كله. يستمع الزملاء ويتفاعلون بعبارات Really? / What happened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الواجب ينقل المهارة من الشفهي إلى الكتابي. في الحصة القادمة: Lesson 5 - Making Plans and Invitations.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5120640" cy="11887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2743200"/>
            <a:ext cx="5120640" cy="128016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234440"/>
            <a:ext cx="5486400" cy="457200"/>
          </a:xfrm>
          <a:prstGeom prst="rect">
            <a:avLst/>
          </a:prstGeom>
          <a:noFill/>
          <a:ln/>
        </p:spPr>
        <p:txBody>
          <a:bodyPr wrap="square" rtlCol="0"/>
          <a:lstStyle>
            <a:lvl1pPr indent="0" marL="0">
              <a:buNone/>
              <a:defRPr lang="en-US" sz="1800" b="1" dirty="0">
                <a:solidFill>
                  <a:schemeClr val="tx2"/>
                </a:solidFill>
              </a:defRPr>
            </a:lvl1pPr>
          </a:lstStyle>
          <a:p>
            <a:pPr indent="0" marL="0">
              <a:buNone/>
            </a:pPr>
            <a:endParaRPr lang="en-US" sz="1800" dirty="0"/>
          </a:p>
        </p:txBody>
      </p:sp>
      <p:sp>
        <p:nvSpPr>
          <p:cNvPr id="3" name="Text 0"/>
          <p:cNvSpPr/>
          <p:nvPr>
            <p:ph idx="101" type="title" hasCustomPrompt="1"/>
          </p:nvPr>
        </p:nvSpPr>
        <p:spPr>
          <a:xfrm>
            <a:off x="548640" y="1691640"/>
            <a:ext cx="5669280" cy="10972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548640" y="2880360"/>
            <a:ext cx="5486400" cy="91440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indent="0" marL="0">
              <a:buNone/>
              <a:defRPr lang="en-US" sz="3000" b="1" dirty="0">
                <a:solidFill>
                  <a:schemeClr val="tx2"/>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832104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4.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4.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4.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4.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4.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slideLayout" Target="../slideLayouts/slideLayout4.xml"/><Relationship Id="rId1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5120640" cy="1188720"/>
          </a:xfrm>
          <a:prstGeom prst="rect">
            <a:avLst/>
          </a:prstGeom>
          <a:noFill/>
          <a:ln/>
        </p:spPr>
        <p:txBody>
          <a:bodyPr wrap="square" lIns="0" tIns="0" rIns="0" bIns="0" rtlCol="0" anchor="b"/>
          <a:lstStyle/>
          <a:p>
            <a:pPr algn="l" indent="0" marL="0">
              <a:buNone/>
            </a:pPr>
            <a:r>
              <a:rPr lang="en-US" sz="4400" b="1" dirty="0">
                <a:solidFill>
                  <a:schemeClr val="bg1"/>
                </a:solidFill>
              </a:rPr>
              <a:t>Telling a Story</a:t>
            </a:r>
            <a:endParaRPr lang="en-US" sz="4400" dirty="0"/>
          </a:p>
        </p:txBody>
      </p:sp>
      <p:sp>
        <p:nvSpPr>
          <p:cNvPr id="3" name="Text 0"/>
          <p:cNvSpPr/>
          <p:nvPr>
            <p:ph idx="101" type="body" hasCustomPrompt="1"/>
          </p:nvPr>
        </p:nvSpPr>
        <p:spPr>
          <a:xfrm>
            <a:off x="548640" y="2743200"/>
            <a:ext cx="5120640" cy="1280160"/>
          </a:xfrm>
          <a:prstGeom prst="rect">
            <a:avLst/>
          </a:prstGeom>
          <a:noFill/>
          <a:ln/>
        </p:spPr>
        <p:txBody>
          <a:bodyPr wrap="square" lIns="0" tIns="0" rIns="0" bIns="0" rtlCol="0" anchor="t"/>
          <a:lstStyle/>
          <a:p>
            <a:pPr indent="0" marL="0">
              <a:buNone/>
            </a:pPr>
            <a:r>
              <a:rPr lang="en-US" sz="1800" dirty="0">
                <a:solidFill>
                  <a:schemeClr val="bg2"/>
                </a:solidFill>
              </a:rPr>
              <a:t>Lesson 4 · Talking About Past Experiences</a:t>
            </a:r>
            <a:endParaRPr lang="en-US" sz="1800" dirty="0"/>
          </a:p>
          <a:p>
            <a:pPr indent="0" marL="0">
              <a:buNone/>
            </a:pPr>
            <a:r>
              <a:rPr lang="en-US" sz="1800" dirty="0">
                <a:solidFill>
                  <a:schemeClr val="bg2"/>
                </a:solidFill>
              </a:rPr>
              <a:t>Speaking Skills · Remedial English Lessons</a:t>
            </a:r>
            <a:endParaRPr lang="en-US" sz="1800" dirty="0"/>
          </a:p>
        </p:txBody>
      </p:sp>
      <p:sp>
        <p:nvSpPr>
          <p:cNvPr id="4" name="hero circle"/>
          <p:cNvSpPr/>
          <p:nvPr/>
        </p:nvSpPr>
        <p:spPr>
          <a:xfrm>
            <a:off x="6126480" y="1188720"/>
            <a:ext cx="2468880" cy="2468880"/>
          </a:xfrm>
          <a:prstGeom prst="ellipse">
            <a:avLst/>
          </a:prstGeom>
          <a:solidFill>
            <a:schemeClr val="accent1"/>
          </a:solidFill>
          <a:ln w="12700">
            <a:solidFill>
              <a:schemeClr val="accent1"/>
            </a:solidFill>
            <a:prstDash val="solid"/>
          </a:ln>
        </p:spPr>
      </p:sp>
      <p:pic>
        <p:nvPicPr>
          <p:cNvPr id="5" name="hero icon" descr="preencoded.png">    </p:cNvPr>
          <p:cNvPicPr>
            <a:picLocks noChangeAspect="1"/>
          </p:cNvPicPr>
          <p:nvPr/>
        </p:nvPicPr>
        <p:blipFill>
          <a:blip r:embed="rId1"/>
          <a:stretch>
            <a:fillRect/>
          </a:stretch>
        </p:blipFill>
        <p:spPr>
          <a:xfrm>
            <a:off x="6766560" y="1828800"/>
            <a:ext cx="1188720" cy="11887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Lesson Goals</a:t>
            </a:r>
            <a:endParaRPr lang="en-US" sz="3000" dirty="0"/>
          </a:p>
        </p:txBody>
      </p:sp>
      <p:sp>
        <p:nvSpPr>
          <p:cNvPr id="3" name="card"/>
          <p:cNvSpPr/>
          <p:nvPr/>
        </p:nvSpPr>
        <p:spPr>
          <a:xfrm>
            <a:off x="457200" y="1188720"/>
            <a:ext cx="2560320" cy="3291840"/>
          </a:xfrm>
          <a:prstGeom prst="roundRect">
            <a:avLst>
              <a:gd name="adj" fmla="val 4286"/>
            </a:avLst>
          </a:prstGeom>
          <a:solidFill>
            <a:schemeClr val="bg2"/>
          </a:solidFill>
          <a:ln w="12700">
            <a:solidFill>
              <a:schemeClr val="bg2"/>
            </a:solidFill>
            <a:prstDash val="solid"/>
          </a:ln>
        </p:spPr>
      </p:sp>
      <p:sp>
        <p:nvSpPr>
          <p:cNvPr id="4" name="icon circle"/>
          <p:cNvSpPr/>
          <p:nvPr/>
        </p:nvSpPr>
        <p:spPr>
          <a:xfrm>
            <a:off x="1325880" y="1417320"/>
            <a:ext cx="822960" cy="822960"/>
          </a:xfrm>
          <a:prstGeom prst="ellipse">
            <a:avLst/>
          </a:prstGeom>
          <a:solidFill>
            <a:schemeClr val="accent1"/>
          </a:solidFill>
          <a:ln w="12700">
            <a:solidFill>
              <a:schemeClr val="accent1"/>
            </a:solidFill>
            <a:prstDash val="solid"/>
          </a:ln>
        </p:spPr>
      </p:sp>
      <p:pic>
        <p:nvPicPr>
          <p:cNvPr id="5" name="icon" descr="preencoded.png">    </p:cNvPr>
          <p:cNvPicPr>
            <a:picLocks noChangeAspect="1"/>
          </p:cNvPicPr>
          <p:nvPr/>
        </p:nvPicPr>
        <p:blipFill>
          <a:blip r:embed="rId1"/>
          <a:stretch>
            <a:fillRect/>
          </a:stretch>
        </p:blipFill>
        <p:spPr>
          <a:xfrm>
            <a:off x="1548079" y="1639519"/>
            <a:ext cx="378562" cy="378562"/>
          </a:xfrm>
          <a:prstGeom prst="rect">
            <a:avLst/>
          </a:prstGeom>
        </p:spPr>
      </p:pic>
      <p:sp>
        <p:nvSpPr>
          <p:cNvPr id="6" name="Text 3"/>
          <p:cNvSpPr txBox="1"/>
          <p:nvPr/>
        </p:nvSpPr>
        <p:spPr>
          <a:xfrm>
            <a:off x="640080" y="2377440"/>
            <a:ext cx="2194560" cy="320040"/>
          </a:xfrm>
          <a:prstGeom prst="rect">
            <a:avLst/>
          </a:prstGeom>
          <a:noFill/>
          <a:ln/>
        </p:spPr>
        <p:txBody>
          <a:bodyPr wrap="square" lIns="0" tIns="0" rIns="0" bIns="0" rtlCol="0" anchor="t"/>
          <a:lstStyle/>
          <a:p>
            <a:pPr algn="ctr" indent="0" marL="0">
              <a:buNone/>
            </a:pPr>
            <a:r>
              <a:rPr lang="en-US" sz="1400" b="1" dirty="0">
                <a:solidFill>
                  <a:schemeClr val="accent1"/>
                </a:solidFill>
              </a:rPr>
              <a:t>Goal 1</a:t>
            </a:r>
            <a:endParaRPr lang="en-US" sz="1400" dirty="0"/>
          </a:p>
        </p:txBody>
      </p:sp>
      <p:sp>
        <p:nvSpPr>
          <p:cNvPr id="7" name="Text 4"/>
          <p:cNvSpPr txBox="1"/>
          <p:nvPr/>
        </p:nvSpPr>
        <p:spPr>
          <a:xfrm>
            <a:off x="640080" y="2697480"/>
            <a:ext cx="2194560" cy="411480"/>
          </a:xfrm>
          <a:prstGeom prst="rect">
            <a:avLst/>
          </a:prstGeom>
          <a:noFill/>
          <a:ln/>
        </p:spPr>
        <p:txBody>
          <a:bodyPr wrap="square" lIns="0" tIns="0" rIns="0" bIns="0" rtlCol="0" anchor="t"/>
          <a:lstStyle/>
          <a:p>
            <a:pPr algn="ctr" indent="0" marL="0">
              <a:buNone/>
            </a:pPr>
            <a:r>
              <a:rPr lang="en-US" sz="1800" b="1" dirty="0">
                <a:solidFill>
                  <a:schemeClr val="tx2"/>
                </a:solidFill>
              </a:rPr>
              <a:t>Use the Past Simple</a:t>
            </a:r>
            <a:endParaRPr lang="en-US" sz="1800" dirty="0"/>
          </a:p>
        </p:txBody>
      </p:sp>
      <p:sp>
        <p:nvSpPr>
          <p:cNvPr id="8" name="Text 5"/>
          <p:cNvSpPr txBox="1"/>
          <p:nvPr/>
        </p:nvSpPr>
        <p:spPr>
          <a:xfrm>
            <a:off x="685800" y="3200400"/>
            <a:ext cx="2103120" cy="1097280"/>
          </a:xfrm>
          <a:prstGeom prst="rect">
            <a:avLst/>
          </a:prstGeom>
          <a:noFill/>
          <a:ln/>
        </p:spPr>
        <p:txBody>
          <a:bodyPr wrap="square" lIns="0" tIns="0" rIns="0" bIns="0" rtlCol="0" anchor="t"/>
          <a:lstStyle/>
          <a:p>
            <a:pPr algn="ctr" indent="0" marL="0">
              <a:buNone/>
            </a:pPr>
            <a:r>
              <a:rPr lang="en-US" sz="1400" dirty="0">
                <a:solidFill>
                  <a:schemeClr val="tx1"/>
                </a:solidFill>
              </a:rPr>
              <a:t>Talk about what happened: I went, I saw, I felt…</a:t>
            </a:r>
            <a:endParaRPr lang="en-US" sz="1400" dirty="0"/>
          </a:p>
        </p:txBody>
      </p:sp>
      <p:sp>
        <p:nvSpPr>
          <p:cNvPr id="9" name="card"/>
          <p:cNvSpPr/>
          <p:nvPr/>
        </p:nvSpPr>
        <p:spPr>
          <a:xfrm>
            <a:off x="3291840" y="1188720"/>
            <a:ext cx="2560320" cy="3291840"/>
          </a:xfrm>
          <a:prstGeom prst="roundRect">
            <a:avLst>
              <a:gd name="adj" fmla="val 4286"/>
            </a:avLst>
          </a:prstGeom>
          <a:solidFill>
            <a:schemeClr val="bg2"/>
          </a:solidFill>
          <a:ln w="12700">
            <a:solidFill>
              <a:schemeClr val="bg2"/>
            </a:solidFill>
            <a:prstDash val="solid"/>
          </a:ln>
        </p:spPr>
      </p:sp>
      <p:sp>
        <p:nvSpPr>
          <p:cNvPr id="10" name="icon circle"/>
          <p:cNvSpPr/>
          <p:nvPr/>
        </p:nvSpPr>
        <p:spPr>
          <a:xfrm>
            <a:off x="4160520" y="1417320"/>
            <a:ext cx="822960" cy="822960"/>
          </a:xfrm>
          <a:prstGeom prst="ellipse">
            <a:avLst/>
          </a:prstGeom>
          <a:solidFill>
            <a:schemeClr val="accent2"/>
          </a:solidFill>
          <a:ln w="12700">
            <a:solidFill>
              <a:schemeClr val="accent2"/>
            </a:solidFill>
            <a:prstDash val="solid"/>
          </a:ln>
        </p:spPr>
      </p:sp>
      <p:pic>
        <p:nvPicPr>
          <p:cNvPr id="11" name="icon" descr="preencoded.png">    </p:cNvPr>
          <p:cNvPicPr>
            <a:picLocks noChangeAspect="1"/>
          </p:cNvPicPr>
          <p:nvPr/>
        </p:nvPicPr>
        <p:blipFill>
          <a:blip r:embed="rId2"/>
          <a:stretch>
            <a:fillRect/>
          </a:stretch>
        </p:blipFill>
        <p:spPr>
          <a:xfrm>
            <a:off x="4382719" y="1639519"/>
            <a:ext cx="378562" cy="378562"/>
          </a:xfrm>
          <a:prstGeom prst="rect">
            <a:avLst/>
          </a:prstGeom>
        </p:spPr>
      </p:pic>
      <p:sp>
        <p:nvSpPr>
          <p:cNvPr id="12" name="Text 8"/>
          <p:cNvSpPr txBox="1"/>
          <p:nvPr/>
        </p:nvSpPr>
        <p:spPr>
          <a:xfrm>
            <a:off x="3474720" y="2377440"/>
            <a:ext cx="2194560" cy="320040"/>
          </a:xfrm>
          <a:prstGeom prst="rect">
            <a:avLst/>
          </a:prstGeom>
          <a:noFill/>
          <a:ln/>
        </p:spPr>
        <p:txBody>
          <a:bodyPr wrap="square" lIns="0" tIns="0" rIns="0" bIns="0" rtlCol="0" anchor="t"/>
          <a:lstStyle/>
          <a:p>
            <a:pPr algn="ctr" indent="0" marL="0">
              <a:buNone/>
            </a:pPr>
            <a:r>
              <a:rPr lang="en-US" sz="1400" b="1" dirty="0">
                <a:solidFill>
                  <a:schemeClr val="accent2"/>
                </a:solidFill>
              </a:rPr>
              <a:t>Goal 2</a:t>
            </a:r>
            <a:endParaRPr lang="en-US" sz="1400" dirty="0"/>
          </a:p>
        </p:txBody>
      </p:sp>
      <p:sp>
        <p:nvSpPr>
          <p:cNvPr id="13" name="Text 9"/>
          <p:cNvSpPr txBox="1"/>
          <p:nvPr/>
        </p:nvSpPr>
        <p:spPr>
          <a:xfrm>
            <a:off x="3474720" y="2697480"/>
            <a:ext cx="2194560" cy="411480"/>
          </a:xfrm>
          <a:prstGeom prst="rect">
            <a:avLst/>
          </a:prstGeom>
          <a:noFill/>
          <a:ln/>
        </p:spPr>
        <p:txBody>
          <a:bodyPr wrap="square" lIns="0" tIns="0" rIns="0" bIns="0" rtlCol="0" anchor="t"/>
          <a:lstStyle/>
          <a:p>
            <a:pPr algn="ctr" indent="0" marL="0">
              <a:buNone/>
            </a:pPr>
            <a:r>
              <a:rPr lang="en-US" sz="1800" b="1" dirty="0">
                <a:solidFill>
                  <a:schemeClr val="tx2"/>
                </a:solidFill>
              </a:rPr>
              <a:t>Order the Events</a:t>
            </a:r>
            <a:endParaRPr lang="en-US" sz="1800" dirty="0"/>
          </a:p>
        </p:txBody>
      </p:sp>
      <p:sp>
        <p:nvSpPr>
          <p:cNvPr id="14" name="Text 10"/>
          <p:cNvSpPr txBox="1"/>
          <p:nvPr/>
        </p:nvSpPr>
        <p:spPr>
          <a:xfrm>
            <a:off x="3520440" y="3200400"/>
            <a:ext cx="2103120" cy="1097280"/>
          </a:xfrm>
          <a:prstGeom prst="rect">
            <a:avLst/>
          </a:prstGeom>
          <a:noFill/>
          <a:ln/>
        </p:spPr>
        <p:txBody>
          <a:bodyPr wrap="square" lIns="0" tIns="0" rIns="0" bIns="0" rtlCol="0" anchor="t"/>
          <a:lstStyle/>
          <a:p>
            <a:pPr algn="ctr" indent="0" marL="0">
              <a:buNone/>
            </a:pPr>
            <a:r>
              <a:rPr lang="en-US" sz="1400" dirty="0">
                <a:solidFill>
                  <a:schemeClr val="tx1"/>
                </a:solidFill>
              </a:rPr>
              <a:t>Tell a clear story with First, Then, Finally…</a:t>
            </a:r>
            <a:endParaRPr lang="en-US" sz="1400" dirty="0"/>
          </a:p>
        </p:txBody>
      </p:sp>
      <p:sp>
        <p:nvSpPr>
          <p:cNvPr id="15" name="card"/>
          <p:cNvSpPr/>
          <p:nvPr/>
        </p:nvSpPr>
        <p:spPr>
          <a:xfrm>
            <a:off x="6126480" y="1188720"/>
            <a:ext cx="2560320" cy="3291840"/>
          </a:xfrm>
          <a:prstGeom prst="roundRect">
            <a:avLst>
              <a:gd name="adj" fmla="val 4286"/>
            </a:avLst>
          </a:prstGeom>
          <a:solidFill>
            <a:schemeClr val="bg2"/>
          </a:solidFill>
          <a:ln w="12700">
            <a:solidFill>
              <a:schemeClr val="bg2"/>
            </a:solidFill>
            <a:prstDash val="solid"/>
          </a:ln>
        </p:spPr>
      </p:sp>
      <p:sp>
        <p:nvSpPr>
          <p:cNvPr id="16" name="icon circle"/>
          <p:cNvSpPr/>
          <p:nvPr/>
        </p:nvSpPr>
        <p:spPr>
          <a:xfrm>
            <a:off x="6995160" y="1417320"/>
            <a:ext cx="822960" cy="822960"/>
          </a:xfrm>
          <a:prstGeom prst="ellipse">
            <a:avLst/>
          </a:prstGeom>
          <a:solidFill>
            <a:schemeClr val="accent3"/>
          </a:solidFill>
          <a:ln w="12700">
            <a:solidFill>
              <a:schemeClr val="accent3"/>
            </a:solidFill>
            <a:prstDash val="solid"/>
          </a:ln>
        </p:spPr>
      </p:sp>
      <p:pic>
        <p:nvPicPr>
          <p:cNvPr id="17" name="icon" descr="preencoded.png">    </p:cNvPr>
          <p:cNvPicPr>
            <a:picLocks noChangeAspect="1"/>
          </p:cNvPicPr>
          <p:nvPr/>
        </p:nvPicPr>
        <p:blipFill>
          <a:blip r:embed="rId3"/>
          <a:stretch>
            <a:fillRect/>
          </a:stretch>
        </p:blipFill>
        <p:spPr>
          <a:xfrm>
            <a:off x="7217359" y="1639519"/>
            <a:ext cx="378562" cy="378562"/>
          </a:xfrm>
          <a:prstGeom prst="rect">
            <a:avLst/>
          </a:prstGeom>
        </p:spPr>
      </p:pic>
      <p:sp>
        <p:nvSpPr>
          <p:cNvPr id="18" name="Text 13"/>
          <p:cNvSpPr txBox="1"/>
          <p:nvPr/>
        </p:nvSpPr>
        <p:spPr>
          <a:xfrm>
            <a:off x="6309360" y="2377440"/>
            <a:ext cx="2194560" cy="320040"/>
          </a:xfrm>
          <a:prstGeom prst="rect">
            <a:avLst/>
          </a:prstGeom>
          <a:noFill/>
          <a:ln/>
        </p:spPr>
        <p:txBody>
          <a:bodyPr wrap="square" lIns="0" tIns="0" rIns="0" bIns="0" rtlCol="0" anchor="t"/>
          <a:lstStyle/>
          <a:p>
            <a:pPr algn="ctr" indent="0" marL="0">
              <a:buNone/>
            </a:pPr>
            <a:r>
              <a:rPr lang="en-US" sz="1400" b="1" dirty="0">
                <a:solidFill>
                  <a:schemeClr val="accent3"/>
                </a:solidFill>
              </a:rPr>
              <a:t>Goal 3</a:t>
            </a:r>
            <a:endParaRPr lang="en-US" sz="1400" dirty="0"/>
          </a:p>
        </p:txBody>
      </p:sp>
      <p:sp>
        <p:nvSpPr>
          <p:cNvPr id="19" name="Text 14"/>
          <p:cNvSpPr txBox="1"/>
          <p:nvPr/>
        </p:nvSpPr>
        <p:spPr>
          <a:xfrm>
            <a:off x="6309360" y="2697480"/>
            <a:ext cx="2194560" cy="411480"/>
          </a:xfrm>
          <a:prstGeom prst="rect">
            <a:avLst/>
          </a:prstGeom>
          <a:noFill/>
          <a:ln/>
        </p:spPr>
        <p:txBody>
          <a:bodyPr wrap="square" lIns="0" tIns="0" rIns="0" bIns="0" rtlCol="0" anchor="t"/>
          <a:lstStyle/>
          <a:p>
            <a:pPr algn="ctr" indent="0" marL="0">
              <a:buNone/>
            </a:pPr>
            <a:r>
              <a:rPr lang="en-US" sz="1800" b="1" dirty="0">
                <a:solidFill>
                  <a:schemeClr val="tx2"/>
                </a:solidFill>
              </a:rPr>
              <a:t>React to Stories</a:t>
            </a:r>
            <a:endParaRPr lang="en-US" sz="1800" dirty="0"/>
          </a:p>
        </p:txBody>
      </p:sp>
      <p:sp>
        <p:nvSpPr>
          <p:cNvPr id="20" name="Text 15"/>
          <p:cNvSpPr txBox="1"/>
          <p:nvPr/>
        </p:nvSpPr>
        <p:spPr>
          <a:xfrm>
            <a:off x="6355080" y="3200400"/>
            <a:ext cx="2103120" cy="1097280"/>
          </a:xfrm>
          <a:prstGeom prst="rect">
            <a:avLst/>
          </a:prstGeom>
          <a:noFill/>
          <a:ln/>
        </p:spPr>
        <p:txBody>
          <a:bodyPr wrap="square" lIns="0" tIns="0" rIns="0" bIns="0" rtlCol="0" anchor="t"/>
          <a:lstStyle/>
          <a:p>
            <a:pPr algn="ctr" indent="0" marL="0">
              <a:buNone/>
            </a:pPr>
            <a:r>
              <a:rPr lang="en-US" sz="1400" dirty="0">
                <a:solidFill>
                  <a:schemeClr val="tx1"/>
                </a:solidFill>
              </a:rPr>
              <a:t>Listen and react: Really? What happened next?</a:t>
            </a:r>
            <a:endParaRPr lang="en-US" sz="1400" dirty="0"/>
          </a:p>
        </p:txBody>
      </p:sp>
      <p:sp>
        <p:nvSpPr>
          <p:cNvPr id="25" name="Slide Number Placeholder 0"/>
          <p:cNvSpPr>
            <a:spLocks noGrp="1"/>
          </p:cNvSpPr>
          <p:nvPr>
            <p:ph type="sldNum" sz="quarter" idx="4294967295"/>
          </p:nvPr>
        </p:nvSpPr>
        <p:spPr>
          <a:xfrm>
            <a:off x="832104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Warm-up: Let's Talk</a:t>
            </a:r>
            <a:endParaRPr lang="en-US" sz="3000" dirty="0"/>
          </a:p>
        </p:txBody>
      </p:sp>
      <p:sp>
        <p:nvSpPr>
          <p:cNvPr id="3" name="card"/>
          <p:cNvSpPr/>
          <p:nvPr/>
        </p:nvSpPr>
        <p:spPr>
          <a:xfrm>
            <a:off x="457200" y="1097280"/>
            <a:ext cx="2606040" cy="1645920"/>
          </a:xfrm>
          <a:prstGeom prst="roundRect">
            <a:avLst>
              <a:gd name="adj" fmla="val 6667"/>
            </a:avLst>
          </a:prstGeom>
          <a:solidFill>
            <a:schemeClr val="bg2"/>
          </a:solidFill>
          <a:ln w="12700">
            <a:solidFill>
              <a:schemeClr val="bg2"/>
            </a:solidFill>
            <a:prstDash val="solid"/>
          </a:ln>
        </p:spPr>
      </p:sp>
      <p:sp>
        <p:nvSpPr>
          <p:cNvPr id="4" name="icon circle"/>
          <p:cNvSpPr/>
          <p:nvPr/>
        </p:nvSpPr>
        <p:spPr>
          <a:xfrm>
            <a:off x="640080" y="1280160"/>
            <a:ext cx="502920" cy="502920"/>
          </a:xfrm>
          <a:prstGeom prst="ellipse">
            <a:avLst/>
          </a:prstGeom>
          <a:solidFill>
            <a:schemeClr val="accent1"/>
          </a:solidFill>
          <a:ln w="12700">
            <a:solidFill>
              <a:schemeClr val="accent1"/>
            </a:solidFill>
            <a:prstDash val="solid"/>
          </a:ln>
        </p:spPr>
      </p:sp>
      <p:pic>
        <p:nvPicPr>
          <p:cNvPr id="5" name="icon" descr="preencoded.png">    </p:cNvPr>
          <p:cNvPicPr>
            <a:picLocks noChangeAspect="1"/>
          </p:cNvPicPr>
          <p:nvPr/>
        </p:nvPicPr>
        <p:blipFill>
          <a:blip r:embed="rId1"/>
          <a:stretch>
            <a:fillRect/>
          </a:stretch>
        </p:blipFill>
        <p:spPr>
          <a:xfrm>
            <a:off x="775868" y="1415948"/>
            <a:ext cx="231343" cy="231343"/>
          </a:xfrm>
          <a:prstGeom prst="rect">
            <a:avLst/>
          </a:prstGeom>
        </p:spPr>
      </p:pic>
      <p:sp>
        <p:nvSpPr>
          <p:cNvPr id="6" name="Text 3"/>
          <p:cNvSpPr txBox="1"/>
          <p:nvPr/>
        </p:nvSpPr>
        <p:spPr>
          <a:xfrm>
            <a:off x="640080" y="1874520"/>
            <a:ext cx="2240280" cy="777240"/>
          </a:xfrm>
          <a:prstGeom prst="rect">
            <a:avLst/>
          </a:prstGeom>
          <a:noFill/>
          <a:ln/>
        </p:spPr>
        <p:txBody>
          <a:bodyPr wrap="square" lIns="0" tIns="0" rIns="0" bIns="0" rtlCol="0" anchor="t"/>
          <a:lstStyle/>
          <a:p>
            <a:pPr indent="0" marL="0">
              <a:buNone/>
            </a:pPr>
            <a:r>
              <a:rPr lang="en-US" sz="1600" b="1" dirty="0">
                <a:solidFill>
                  <a:schemeClr val="tx2"/>
                </a:solidFill>
              </a:rPr>
              <a:t>What did you do last weekend?</a:t>
            </a:r>
            <a:endParaRPr lang="en-US" sz="1600" dirty="0"/>
          </a:p>
        </p:txBody>
      </p:sp>
      <p:sp>
        <p:nvSpPr>
          <p:cNvPr id="7" name="card"/>
          <p:cNvSpPr/>
          <p:nvPr/>
        </p:nvSpPr>
        <p:spPr>
          <a:xfrm>
            <a:off x="3200400" y="1097280"/>
            <a:ext cx="2606040" cy="1645920"/>
          </a:xfrm>
          <a:prstGeom prst="roundRect">
            <a:avLst>
              <a:gd name="adj" fmla="val 6667"/>
            </a:avLst>
          </a:prstGeom>
          <a:solidFill>
            <a:schemeClr val="bg2"/>
          </a:solidFill>
          <a:ln w="12700">
            <a:solidFill>
              <a:schemeClr val="bg2"/>
            </a:solidFill>
            <a:prstDash val="solid"/>
          </a:ln>
        </p:spPr>
      </p:sp>
      <p:sp>
        <p:nvSpPr>
          <p:cNvPr id="8" name="icon circle"/>
          <p:cNvSpPr/>
          <p:nvPr/>
        </p:nvSpPr>
        <p:spPr>
          <a:xfrm>
            <a:off x="3383280" y="1280160"/>
            <a:ext cx="502920" cy="502920"/>
          </a:xfrm>
          <a:prstGeom prst="ellipse">
            <a:avLst/>
          </a:prstGeom>
          <a:solidFill>
            <a:schemeClr val="accent2"/>
          </a:solidFill>
          <a:ln w="12700">
            <a:solidFill>
              <a:schemeClr val="accent2"/>
            </a:solidFill>
            <a:prstDash val="solid"/>
          </a:ln>
        </p:spPr>
      </p:sp>
      <p:pic>
        <p:nvPicPr>
          <p:cNvPr id="9" name="icon" descr="preencoded.png">    </p:cNvPr>
          <p:cNvPicPr>
            <a:picLocks noChangeAspect="1"/>
          </p:cNvPicPr>
          <p:nvPr/>
        </p:nvPicPr>
        <p:blipFill>
          <a:blip r:embed="rId2"/>
          <a:stretch>
            <a:fillRect/>
          </a:stretch>
        </p:blipFill>
        <p:spPr>
          <a:xfrm>
            <a:off x="3519068" y="1415948"/>
            <a:ext cx="231343" cy="231343"/>
          </a:xfrm>
          <a:prstGeom prst="rect">
            <a:avLst/>
          </a:prstGeom>
        </p:spPr>
      </p:pic>
      <p:sp>
        <p:nvSpPr>
          <p:cNvPr id="10" name="Text 6"/>
          <p:cNvSpPr txBox="1"/>
          <p:nvPr/>
        </p:nvSpPr>
        <p:spPr>
          <a:xfrm>
            <a:off x="3383280" y="1874520"/>
            <a:ext cx="2240280" cy="777240"/>
          </a:xfrm>
          <a:prstGeom prst="rect">
            <a:avLst/>
          </a:prstGeom>
          <a:noFill/>
          <a:ln/>
        </p:spPr>
        <p:txBody>
          <a:bodyPr wrap="square" lIns="0" tIns="0" rIns="0" bIns="0" rtlCol="0" anchor="t"/>
          <a:lstStyle/>
          <a:p>
            <a:pPr indent="0" marL="0">
              <a:buNone/>
            </a:pPr>
            <a:r>
              <a:rPr lang="en-US" sz="1600" b="1" dirty="0">
                <a:solidFill>
                  <a:schemeClr val="tx2"/>
                </a:solidFill>
              </a:rPr>
              <a:t>Have you ever travelled to another city?</a:t>
            </a:r>
            <a:endParaRPr lang="en-US" sz="1600" dirty="0"/>
          </a:p>
        </p:txBody>
      </p:sp>
      <p:sp>
        <p:nvSpPr>
          <p:cNvPr id="11" name="card"/>
          <p:cNvSpPr/>
          <p:nvPr/>
        </p:nvSpPr>
        <p:spPr>
          <a:xfrm>
            <a:off x="457200" y="2880360"/>
            <a:ext cx="2606040" cy="1645920"/>
          </a:xfrm>
          <a:prstGeom prst="roundRect">
            <a:avLst>
              <a:gd name="adj" fmla="val 6667"/>
            </a:avLst>
          </a:prstGeom>
          <a:solidFill>
            <a:schemeClr val="bg2"/>
          </a:solidFill>
          <a:ln w="12700">
            <a:solidFill>
              <a:schemeClr val="bg2"/>
            </a:solidFill>
            <a:prstDash val="solid"/>
          </a:ln>
        </p:spPr>
      </p:sp>
      <p:sp>
        <p:nvSpPr>
          <p:cNvPr id="12" name="icon circle"/>
          <p:cNvSpPr/>
          <p:nvPr/>
        </p:nvSpPr>
        <p:spPr>
          <a:xfrm>
            <a:off x="640080" y="3063240"/>
            <a:ext cx="502920" cy="502920"/>
          </a:xfrm>
          <a:prstGeom prst="ellipse">
            <a:avLst/>
          </a:prstGeom>
          <a:solidFill>
            <a:schemeClr val="accent3"/>
          </a:solidFill>
          <a:ln w="12700">
            <a:solidFill>
              <a:schemeClr val="accent3"/>
            </a:solidFill>
            <a:prstDash val="solid"/>
          </a:ln>
        </p:spPr>
      </p:sp>
      <p:pic>
        <p:nvPicPr>
          <p:cNvPr id="13" name="icon" descr="preencoded.png">    </p:cNvPr>
          <p:cNvPicPr>
            <a:picLocks noChangeAspect="1"/>
          </p:cNvPicPr>
          <p:nvPr/>
        </p:nvPicPr>
        <p:blipFill>
          <a:blip r:embed="rId3"/>
          <a:stretch>
            <a:fillRect/>
          </a:stretch>
        </p:blipFill>
        <p:spPr>
          <a:xfrm>
            <a:off x="775868" y="3199028"/>
            <a:ext cx="231343" cy="231343"/>
          </a:xfrm>
          <a:prstGeom prst="rect">
            <a:avLst/>
          </a:prstGeom>
        </p:spPr>
      </p:pic>
      <p:sp>
        <p:nvSpPr>
          <p:cNvPr id="14" name="Text 9"/>
          <p:cNvSpPr txBox="1"/>
          <p:nvPr/>
        </p:nvSpPr>
        <p:spPr>
          <a:xfrm>
            <a:off x="640080" y="3657600"/>
            <a:ext cx="2240280" cy="777240"/>
          </a:xfrm>
          <a:prstGeom prst="rect">
            <a:avLst/>
          </a:prstGeom>
          <a:noFill/>
          <a:ln/>
        </p:spPr>
        <p:txBody>
          <a:bodyPr wrap="square" lIns="0" tIns="0" rIns="0" bIns="0" rtlCol="0" anchor="t"/>
          <a:lstStyle/>
          <a:p>
            <a:pPr indent="0" marL="0">
              <a:buNone/>
            </a:pPr>
            <a:r>
              <a:rPr lang="en-US" sz="1600" b="1" dirty="0">
                <a:solidFill>
                  <a:schemeClr val="tx2"/>
                </a:solidFill>
              </a:rPr>
              <a:t>What was the best day of your life?</a:t>
            </a:r>
            <a:endParaRPr lang="en-US" sz="1600" dirty="0"/>
          </a:p>
        </p:txBody>
      </p:sp>
      <p:sp>
        <p:nvSpPr>
          <p:cNvPr id="15" name="card"/>
          <p:cNvSpPr/>
          <p:nvPr/>
        </p:nvSpPr>
        <p:spPr>
          <a:xfrm>
            <a:off x="3200400" y="2880360"/>
            <a:ext cx="2606040" cy="1645920"/>
          </a:xfrm>
          <a:prstGeom prst="roundRect">
            <a:avLst>
              <a:gd name="adj" fmla="val 6667"/>
            </a:avLst>
          </a:prstGeom>
          <a:solidFill>
            <a:schemeClr val="bg2"/>
          </a:solidFill>
          <a:ln w="12700">
            <a:solidFill>
              <a:schemeClr val="bg2"/>
            </a:solidFill>
            <a:prstDash val="solid"/>
          </a:ln>
        </p:spPr>
      </p:sp>
      <p:sp>
        <p:nvSpPr>
          <p:cNvPr id="16" name="icon circle"/>
          <p:cNvSpPr/>
          <p:nvPr/>
        </p:nvSpPr>
        <p:spPr>
          <a:xfrm>
            <a:off x="3383280" y="3063240"/>
            <a:ext cx="502920" cy="502920"/>
          </a:xfrm>
          <a:prstGeom prst="ellipse">
            <a:avLst/>
          </a:prstGeom>
          <a:solidFill>
            <a:schemeClr val="accent4"/>
          </a:solidFill>
          <a:ln w="12700">
            <a:solidFill>
              <a:schemeClr val="accent4"/>
            </a:solidFill>
            <a:prstDash val="solid"/>
          </a:ln>
        </p:spPr>
      </p:sp>
      <p:pic>
        <p:nvPicPr>
          <p:cNvPr id="17" name="icon" descr="preencoded.png">    </p:cNvPr>
          <p:cNvPicPr>
            <a:picLocks noChangeAspect="1"/>
          </p:cNvPicPr>
          <p:nvPr/>
        </p:nvPicPr>
        <p:blipFill>
          <a:blip r:embed="rId4"/>
          <a:stretch>
            <a:fillRect/>
          </a:stretch>
        </p:blipFill>
        <p:spPr>
          <a:xfrm>
            <a:off x="3519068" y="3199028"/>
            <a:ext cx="231343" cy="231343"/>
          </a:xfrm>
          <a:prstGeom prst="rect">
            <a:avLst/>
          </a:prstGeom>
        </p:spPr>
      </p:pic>
      <p:sp>
        <p:nvSpPr>
          <p:cNvPr id="18" name="Text 12"/>
          <p:cNvSpPr txBox="1"/>
          <p:nvPr/>
        </p:nvSpPr>
        <p:spPr>
          <a:xfrm>
            <a:off x="3383280" y="3657600"/>
            <a:ext cx="2240280" cy="777240"/>
          </a:xfrm>
          <a:prstGeom prst="rect">
            <a:avLst/>
          </a:prstGeom>
          <a:noFill/>
          <a:ln/>
        </p:spPr>
        <p:txBody>
          <a:bodyPr wrap="square" lIns="0" tIns="0" rIns="0" bIns="0" rtlCol="0" anchor="t"/>
          <a:lstStyle/>
          <a:p>
            <a:pPr indent="0" marL="0">
              <a:buNone/>
            </a:pPr>
            <a:r>
              <a:rPr lang="en-US" sz="1600" b="1" dirty="0">
                <a:solidFill>
                  <a:schemeClr val="tx2"/>
                </a:solidFill>
              </a:rPr>
              <a:t>What did you eat yesterday?</a:t>
            </a:r>
            <a:endParaRPr lang="en-US" sz="1600" dirty="0"/>
          </a:p>
        </p:txBody>
      </p:sp>
      <p:sp>
        <p:nvSpPr>
          <p:cNvPr id="19" name="card"/>
          <p:cNvSpPr/>
          <p:nvPr/>
        </p:nvSpPr>
        <p:spPr>
          <a:xfrm>
            <a:off x="6035040" y="1097280"/>
            <a:ext cx="2651760" cy="3520440"/>
          </a:xfrm>
          <a:prstGeom prst="roundRect">
            <a:avLst>
              <a:gd name="adj" fmla="val 4138"/>
            </a:avLst>
          </a:prstGeom>
          <a:solidFill>
            <a:schemeClr val="accent3"/>
          </a:solidFill>
          <a:ln w="12700">
            <a:solidFill>
              <a:schemeClr val="accent3"/>
            </a:solidFill>
            <a:prstDash val="solid"/>
          </a:ln>
        </p:spPr>
      </p:sp>
      <p:sp>
        <p:nvSpPr>
          <p:cNvPr id="20" name="Text 14"/>
          <p:cNvSpPr txBox="1"/>
          <p:nvPr/>
        </p:nvSpPr>
        <p:spPr>
          <a:xfrm>
            <a:off x="6263640" y="1280160"/>
            <a:ext cx="2194560" cy="365760"/>
          </a:xfrm>
          <a:prstGeom prst="rect">
            <a:avLst/>
          </a:prstGeom>
          <a:noFill/>
          <a:ln/>
        </p:spPr>
        <p:txBody>
          <a:bodyPr wrap="square" lIns="0" tIns="0" rIns="0" bIns="0" rtlCol="0" anchor="t"/>
          <a:lstStyle/>
          <a:p>
            <a:pPr indent="0" marL="0">
              <a:buNone/>
            </a:pPr>
            <a:r>
              <a:rPr lang="en-US" sz="1600" b="1" dirty="0">
                <a:solidFill>
                  <a:schemeClr val="bg1"/>
                </a:solidFill>
              </a:rPr>
              <a:t>Warm-up</a:t>
            </a:r>
            <a:endParaRPr lang="en-US" sz="1600" dirty="0"/>
          </a:p>
        </p:txBody>
      </p:sp>
      <p:sp>
        <p:nvSpPr>
          <p:cNvPr id="21" name="Text 15"/>
          <p:cNvSpPr txBox="1"/>
          <p:nvPr/>
        </p:nvSpPr>
        <p:spPr>
          <a:xfrm>
            <a:off x="6263640" y="1737360"/>
            <a:ext cx="224028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Work in pairs.</a:t>
            </a:r>
            <a:endParaRPr lang="en-US" sz="1400" dirty="0"/>
          </a:p>
          <a:p>
            <a:pPr marL="342900" indent="-342900">
              <a:spcAft>
                <a:spcPts val="600"/>
              </a:spcAft>
              <a:buSzPct val="100000"/>
              <a:buChar char="•"/>
            </a:pPr>
            <a:r>
              <a:rPr lang="en-US" sz="1400" dirty="0">
                <a:solidFill>
                  <a:schemeClr val="bg1"/>
                </a:solidFill>
              </a:rPr>
              <a:t>Ask two questions.</a:t>
            </a:r>
            <a:endParaRPr lang="en-US" sz="1400" dirty="0"/>
          </a:p>
          <a:p>
            <a:pPr marL="342900" indent="-342900">
              <a:spcAft>
                <a:spcPts val="600"/>
              </a:spcAft>
              <a:buSzPct val="100000"/>
              <a:buChar char="•"/>
            </a:pPr>
            <a:r>
              <a:rPr lang="en-US" sz="1400" dirty="0">
                <a:solidFill>
                  <a:schemeClr val="bg1"/>
                </a:solidFill>
              </a:rPr>
              <a:t>Answer with full sentences.</a:t>
            </a:r>
            <a:endParaRPr lang="en-US" sz="1400" dirty="0"/>
          </a:p>
          <a:p>
            <a:pPr marL="342900" indent="-342900">
              <a:spcAft>
                <a:spcPts val="600"/>
              </a:spcAft>
              <a:buSzPct val="100000"/>
              <a:buChar char="•"/>
            </a:pPr>
            <a:r>
              <a:rPr lang="en-US" sz="1400" dirty="0">
                <a:solidFill>
                  <a:schemeClr val="bg1"/>
                </a:solidFill>
              </a:rPr>
              <a:t>Time: 3 minutes.</a:t>
            </a:r>
            <a:endParaRPr lang="en-US" sz="1400" dirty="0"/>
          </a:p>
        </p:txBody>
      </p:sp>
      <p:sp>
        <p:nvSpPr>
          <p:cNvPr id="25" name="Slide Number Placeholder 0"/>
          <p:cNvSpPr>
            <a:spLocks noGrp="1"/>
          </p:cNvSpPr>
          <p:nvPr>
            <p:ph type="sldNum" sz="quarter" idx="4294967295"/>
          </p:nvPr>
        </p:nvSpPr>
        <p:spPr>
          <a:xfrm>
            <a:off x="832104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1234440"/>
            <a:ext cx="5486400" cy="457200"/>
          </a:xfrm>
          <a:prstGeom prst="rect">
            <a:avLst/>
          </a:prstGeom>
          <a:noFill/>
          <a:ln/>
        </p:spPr>
        <p:txBody>
          <a:bodyPr wrap="square" lIns="0" tIns="0" rIns="0" bIns="0" rtlCol="0"/>
          <a:lstStyle/>
          <a:p>
            <a:pPr indent="0" marL="0">
              <a:buNone/>
            </a:pPr>
            <a:r>
              <a:rPr lang="en-US" sz="1800" b="1" dirty="0">
                <a:solidFill>
                  <a:schemeClr val="tx2"/>
                </a:solidFill>
              </a:rPr>
              <a:t>PART 1</a:t>
            </a:r>
            <a:endParaRPr lang="en-US" sz="1800" dirty="0"/>
          </a:p>
        </p:txBody>
      </p:sp>
      <p:sp>
        <p:nvSpPr>
          <p:cNvPr id="3" name="Text 0"/>
          <p:cNvSpPr/>
          <p:nvPr>
            <p:ph idx="101" type="title" hasCustomPrompt="1"/>
          </p:nvPr>
        </p:nvSpPr>
        <p:spPr>
          <a:xfrm>
            <a:off x="548640" y="1691640"/>
            <a:ext cx="5669280" cy="1097280"/>
          </a:xfrm>
          <a:prstGeom prst="rect">
            <a:avLst/>
          </a:prstGeom>
          <a:noFill/>
          <a:ln/>
        </p:spPr>
        <p:txBody>
          <a:bodyPr wrap="square" lIns="0" tIns="0" rIns="0" bIns="0" rtlCol="0" anchor="t"/>
          <a:lstStyle/>
          <a:p>
            <a:pPr algn="l" indent="0" marL="0">
              <a:buNone/>
            </a:pPr>
            <a:r>
              <a:rPr lang="en-US" sz="4000" b="1" dirty="0">
                <a:solidFill>
                  <a:schemeClr val="bg1"/>
                </a:solidFill>
              </a:rPr>
              <a:t>The Language of Stories</a:t>
            </a:r>
            <a:endParaRPr lang="en-US" sz="4000" dirty="0"/>
          </a:p>
        </p:txBody>
      </p:sp>
      <p:sp>
        <p:nvSpPr>
          <p:cNvPr id="4" name="Text 0"/>
          <p:cNvSpPr/>
          <p:nvPr>
            <p:ph idx="102" type="body" hasCustomPrompt="1"/>
          </p:nvPr>
        </p:nvSpPr>
        <p:spPr>
          <a:xfrm>
            <a:off x="548640" y="2880360"/>
            <a:ext cx="5486400" cy="914400"/>
          </a:xfrm>
          <a:prstGeom prst="rect">
            <a:avLst/>
          </a:prstGeom>
          <a:noFill/>
          <a:ln/>
        </p:spPr>
        <p:txBody>
          <a:bodyPr wrap="square" lIns="0" tIns="0" rIns="0" bIns="0" rtlCol="0" anchor="t"/>
          <a:lstStyle/>
          <a:p>
            <a:pPr indent="0" marL="0">
              <a:buNone/>
            </a:pPr>
            <a:r>
              <a:rPr lang="en-US" sz="1800" dirty="0">
                <a:solidFill>
                  <a:schemeClr val="bg1"/>
                </a:solidFill>
              </a:rPr>
              <a:t>Past simple, sequencing words, feelings and reactions</a:t>
            </a:r>
            <a:endParaRPr lang="en-US" sz="1800" dirty="0"/>
          </a:p>
        </p:txBody>
      </p:sp>
      <p:sp>
        <p:nvSpPr>
          <p:cNvPr id="5" name="divider circle"/>
          <p:cNvSpPr/>
          <p:nvPr/>
        </p:nvSpPr>
        <p:spPr>
          <a:xfrm>
            <a:off x="6400800" y="1417320"/>
            <a:ext cx="2194560" cy="2194560"/>
          </a:xfrm>
          <a:prstGeom prst="ellipse">
            <a:avLst/>
          </a:prstGeom>
          <a:solidFill>
            <a:schemeClr val="bg1"/>
          </a:solidFill>
          <a:ln w="12700">
            <a:solidFill>
              <a:schemeClr val="bg1"/>
            </a:solidFill>
            <a:prstDash val="solid"/>
          </a:ln>
        </p:spPr>
      </p:sp>
      <p:sp>
        <p:nvSpPr>
          <p:cNvPr id="6" name="divider inner"/>
          <p:cNvSpPr/>
          <p:nvPr/>
        </p:nvSpPr>
        <p:spPr>
          <a:xfrm>
            <a:off x="6629400" y="1645920"/>
            <a:ext cx="1737360" cy="1737360"/>
          </a:xfrm>
          <a:prstGeom prst="ellipse">
            <a:avLst/>
          </a:prstGeom>
          <a:solidFill>
            <a:schemeClr val="tx2"/>
          </a:solidFill>
          <a:ln w="12700">
            <a:solidFill>
              <a:schemeClr val="tx2"/>
            </a:solidFill>
            <a:prstDash val="solid"/>
          </a:ln>
        </p:spPr>
      </p:sp>
      <p:pic>
        <p:nvPicPr>
          <p:cNvPr id="7" name="divider icon" descr="preencoded.png">    </p:cNvPr>
          <p:cNvPicPr>
            <a:picLocks noChangeAspect="1"/>
          </p:cNvPicPr>
          <p:nvPr/>
        </p:nvPicPr>
        <p:blipFill>
          <a:blip r:embed="rId1"/>
          <a:stretch>
            <a:fillRect/>
          </a:stretch>
        </p:blipFill>
        <p:spPr>
          <a:xfrm>
            <a:off x="7040880" y="2057400"/>
            <a:ext cx="914400" cy="9144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Regular Verbs: Saying -ed</a:t>
            </a:r>
            <a:endParaRPr lang="en-US" sz="3000" dirty="0"/>
          </a:p>
        </p:txBody>
      </p:sp>
      <p:sp>
        <p:nvSpPr>
          <p:cNvPr id="3" name="card"/>
          <p:cNvSpPr/>
          <p:nvPr/>
        </p:nvSpPr>
        <p:spPr>
          <a:xfrm>
            <a:off x="457200" y="1097280"/>
            <a:ext cx="2615184" cy="2286000"/>
          </a:xfrm>
          <a:prstGeom prst="roundRect">
            <a:avLst>
              <a:gd name="adj" fmla="val 4800"/>
            </a:avLst>
          </a:prstGeom>
          <a:solidFill>
            <a:schemeClr val="bg2"/>
          </a:solidFill>
          <a:ln w="12700">
            <a:solidFill>
              <a:schemeClr val="bg2"/>
            </a:solidFill>
            <a:prstDash val="solid"/>
          </a:ln>
        </p:spPr>
      </p:sp>
      <p:sp>
        <p:nvSpPr>
          <p:cNvPr id="4" name="sound badge"/>
          <p:cNvSpPr/>
          <p:nvPr/>
        </p:nvSpPr>
        <p:spPr>
          <a:xfrm>
            <a:off x="640080" y="1280160"/>
            <a:ext cx="731520" cy="731520"/>
          </a:xfrm>
          <a:prstGeom prst="ellipse">
            <a:avLst/>
          </a:prstGeom>
          <a:solidFill>
            <a:schemeClr val="accent1"/>
          </a:solidFill>
          <a:ln w="12700">
            <a:solidFill>
              <a:schemeClr val="accent1"/>
            </a:solidFill>
            <a:prstDash val="solid"/>
          </a:ln>
        </p:spPr>
      </p:sp>
      <p:sp>
        <p:nvSpPr>
          <p:cNvPr id="5" name="Text 3"/>
          <p:cNvSpPr txBox="1"/>
          <p:nvPr/>
        </p:nvSpPr>
        <p:spPr>
          <a:xfrm>
            <a:off x="640080" y="1280160"/>
            <a:ext cx="731520" cy="731520"/>
          </a:xfrm>
          <a:prstGeom prst="rect">
            <a:avLst/>
          </a:prstGeom>
          <a:noFill/>
          <a:ln/>
        </p:spPr>
        <p:txBody>
          <a:bodyPr wrap="square" lIns="0" tIns="0" rIns="0" bIns="0" rtlCol="0" anchor="ctr"/>
          <a:lstStyle/>
          <a:p>
            <a:pPr algn="ctr" indent="0" marL="0">
              <a:buNone/>
            </a:pPr>
            <a:r>
              <a:rPr lang="en-US" sz="1800" b="1" dirty="0">
                <a:solidFill>
                  <a:schemeClr val="bg1"/>
                </a:solidFill>
              </a:rPr>
              <a:t>/t/</a:t>
            </a:r>
            <a:endParaRPr lang="en-US" sz="1800" dirty="0"/>
          </a:p>
        </p:txBody>
      </p:sp>
      <p:sp>
        <p:nvSpPr>
          <p:cNvPr id="6" name="Text 4"/>
          <p:cNvSpPr txBox="1"/>
          <p:nvPr/>
        </p:nvSpPr>
        <p:spPr>
          <a:xfrm>
            <a:off x="1508760" y="1280160"/>
            <a:ext cx="1417320" cy="731520"/>
          </a:xfrm>
          <a:prstGeom prst="rect">
            <a:avLst/>
          </a:prstGeom>
          <a:noFill/>
          <a:ln/>
        </p:spPr>
        <p:txBody>
          <a:bodyPr wrap="square" lIns="0" tIns="0" rIns="0" bIns="0" rtlCol="0" anchor="ctr"/>
          <a:lstStyle/>
          <a:p>
            <a:pPr indent="0" marL="0">
              <a:buNone/>
            </a:pPr>
            <a:r>
              <a:rPr lang="en-US" sz="1400" i="1" dirty="0">
                <a:solidFill>
                  <a:schemeClr val="tx2"/>
                </a:solidFill>
              </a:rPr>
              <a:t>after p, k, s, sh, ch</a:t>
            </a:r>
            <a:endParaRPr lang="en-US" sz="1400" dirty="0"/>
          </a:p>
        </p:txBody>
      </p:sp>
      <p:sp>
        <p:nvSpPr>
          <p:cNvPr id="7" name="Text 5"/>
          <p:cNvSpPr txBox="1"/>
          <p:nvPr/>
        </p:nvSpPr>
        <p:spPr>
          <a:xfrm>
            <a:off x="640080" y="2194560"/>
            <a:ext cx="2249424" cy="1005840"/>
          </a:xfrm>
          <a:prstGeom prst="rect">
            <a:avLst/>
          </a:prstGeom>
          <a:noFill/>
          <a:ln/>
        </p:spPr>
        <p:txBody>
          <a:bodyPr wrap="square" lIns="0" tIns="0" rIns="0" bIns="0" rtlCol="0" anchor="t"/>
          <a:lstStyle/>
          <a:p>
            <a:pPr indent="0" marL="0">
              <a:buNone/>
            </a:pPr>
            <a:r>
              <a:rPr lang="en-US" sz="1600" b="1" dirty="0">
                <a:solidFill>
                  <a:schemeClr val="tx1"/>
                </a:solidFill>
              </a:rPr>
              <a:t>watched · cooked · walked · helped</a:t>
            </a:r>
            <a:endParaRPr lang="en-US" sz="1600" dirty="0"/>
          </a:p>
        </p:txBody>
      </p:sp>
      <p:sp>
        <p:nvSpPr>
          <p:cNvPr id="8" name="card"/>
          <p:cNvSpPr/>
          <p:nvPr/>
        </p:nvSpPr>
        <p:spPr>
          <a:xfrm>
            <a:off x="3264408" y="1097280"/>
            <a:ext cx="2615184" cy="2286000"/>
          </a:xfrm>
          <a:prstGeom prst="roundRect">
            <a:avLst>
              <a:gd name="adj" fmla="val 4800"/>
            </a:avLst>
          </a:prstGeom>
          <a:solidFill>
            <a:schemeClr val="bg2"/>
          </a:solidFill>
          <a:ln w="12700">
            <a:solidFill>
              <a:schemeClr val="bg2"/>
            </a:solidFill>
            <a:prstDash val="solid"/>
          </a:ln>
        </p:spPr>
      </p:sp>
      <p:sp>
        <p:nvSpPr>
          <p:cNvPr id="9" name="sound badge"/>
          <p:cNvSpPr/>
          <p:nvPr/>
        </p:nvSpPr>
        <p:spPr>
          <a:xfrm>
            <a:off x="3447288" y="1280160"/>
            <a:ext cx="731520" cy="731520"/>
          </a:xfrm>
          <a:prstGeom prst="ellipse">
            <a:avLst/>
          </a:prstGeom>
          <a:solidFill>
            <a:schemeClr val="accent3"/>
          </a:solidFill>
          <a:ln w="12700">
            <a:solidFill>
              <a:schemeClr val="accent3"/>
            </a:solidFill>
            <a:prstDash val="solid"/>
          </a:ln>
        </p:spPr>
      </p:sp>
      <p:sp>
        <p:nvSpPr>
          <p:cNvPr id="10" name="Text 8"/>
          <p:cNvSpPr txBox="1"/>
          <p:nvPr/>
        </p:nvSpPr>
        <p:spPr>
          <a:xfrm>
            <a:off x="3447288" y="1280160"/>
            <a:ext cx="731520" cy="731520"/>
          </a:xfrm>
          <a:prstGeom prst="rect">
            <a:avLst/>
          </a:prstGeom>
          <a:noFill/>
          <a:ln/>
        </p:spPr>
        <p:txBody>
          <a:bodyPr wrap="square" lIns="0" tIns="0" rIns="0" bIns="0" rtlCol="0" anchor="ctr"/>
          <a:lstStyle/>
          <a:p>
            <a:pPr algn="ctr" indent="0" marL="0">
              <a:buNone/>
            </a:pPr>
            <a:r>
              <a:rPr lang="en-US" sz="1800" b="1" dirty="0">
                <a:solidFill>
                  <a:schemeClr val="bg1"/>
                </a:solidFill>
              </a:rPr>
              <a:t>/d/</a:t>
            </a:r>
            <a:endParaRPr lang="en-US" sz="1800" dirty="0"/>
          </a:p>
        </p:txBody>
      </p:sp>
      <p:sp>
        <p:nvSpPr>
          <p:cNvPr id="11" name="Text 9"/>
          <p:cNvSpPr txBox="1"/>
          <p:nvPr/>
        </p:nvSpPr>
        <p:spPr>
          <a:xfrm>
            <a:off x="4315968" y="1280160"/>
            <a:ext cx="1417320" cy="731520"/>
          </a:xfrm>
          <a:prstGeom prst="rect">
            <a:avLst/>
          </a:prstGeom>
          <a:noFill/>
          <a:ln/>
        </p:spPr>
        <p:txBody>
          <a:bodyPr wrap="square" lIns="0" tIns="0" rIns="0" bIns="0" rtlCol="0" anchor="ctr"/>
          <a:lstStyle/>
          <a:p>
            <a:pPr indent="0" marL="0">
              <a:buNone/>
            </a:pPr>
            <a:r>
              <a:rPr lang="en-US" sz="1400" i="1" dirty="0">
                <a:solidFill>
                  <a:schemeClr val="tx2"/>
                </a:solidFill>
              </a:rPr>
              <a:t>after voiced sounds</a:t>
            </a:r>
            <a:endParaRPr lang="en-US" sz="1400" dirty="0"/>
          </a:p>
        </p:txBody>
      </p:sp>
      <p:sp>
        <p:nvSpPr>
          <p:cNvPr id="12" name="Text 10"/>
          <p:cNvSpPr txBox="1"/>
          <p:nvPr/>
        </p:nvSpPr>
        <p:spPr>
          <a:xfrm>
            <a:off x="3447288" y="2194560"/>
            <a:ext cx="2249424" cy="1005840"/>
          </a:xfrm>
          <a:prstGeom prst="rect">
            <a:avLst/>
          </a:prstGeom>
          <a:noFill/>
          <a:ln/>
        </p:spPr>
        <p:txBody>
          <a:bodyPr wrap="square" lIns="0" tIns="0" rIns="0" bIns="0" rtlCol="0" anchor="t"/>
          <a:lstStyle/>
          <a:p>
            <a:pPr indent="0" marL="0">
              <a:buNone/>
            </a:pPr>
            <a:r>
              <a:rPr lang="en-US" sz="1600" b="1" dirty="0">
                <a:solidFill>
                  <a:schemeClr val="tx1"/>
                </a:solidFill>
              </a:rPr>
              <a:t>played · cleaned · called · enjoyed</a:t>
            </a:r>
            <a:endParaRPr lang="en-US" sz="1600" dirty="0"/>
          </a:p>
        </p:txBody>
      </p:sp>
      <p:sp>
        <p:nvSpPr>
          <p:cNvPr id="13" name="card"/>
          <p:cNvSpPr/>
          <p:nvPr/>
        </p:nvSpPr>
        <p:spPr>
          <a:xfrm>
            <a:off x="6071616" y="1097280"/>
            <a:ext cx="2615184" cy="2286000"/>
          </a:xfrm>
          <a:prstGeom prst="roundRect">
            <a:avLst>
              <a:gd name="adj" fmla="val 4800"/>
            </a:avLst>
          </a:prstGeom>
          <a:solidFill>
            <a:schemeClr val="bg2"/>
          </a:solidFill>
          <a:ln w="12700">
            <a:solidFill>
              <a:schemeClr val="bg2"/>
            </a:solidFill>
            <a:prstDash val="solid"/>
          </a:ln>
        </p:spPr>
      </p:sp>
      <p:sp>
        <p:nvSpPr>
          <p:cNvPr id="14" name="sound badge"/>
          <p:cNvSpPr/>
          <p:nvPr/>
        </p:nvSpPr>
        <p:spPr>
          <a:xfrm>
            <a:off x="6254496" y="1280160"/>
            <a:ext cx="731520" cy="731520"/>
          </a:xfrm>
          <a:prstGeom prst="ellipse">
            <a:avLst/>
          </a:prstGeom>
          <a:solidFill>
            <a:schemeClr val="accent4"/>
          </a:solidFill>
          <a:ln w="12700">
            <a:solidFill>
              <a:schemeClr val="accent4"/>
            </a:solidFill>
            <a:prstDash val="solid"/>
          </a:ln>
        </p:spPr>
      </p:sp>
      <p:sp>
        <p:nvSpPr>
          <p:cNvPr id="15" name="Text 13"/>
          <p:cNvSpPr txBox="1"/>
          <p:nvPr/>
        </p:nvSpPr>
        <p:spPr>
          <a:xfrm>
            <a:off x="6254496" y="1280160"/>
            <a:ext cx="731520" cy="731520"/>
          </a:xfrm>
          <a:prstGeom prst="rect">
            <a:avLst/>
          </a:prstGeom>
          <a:noFill/>
          <a:ln/>
        </p:spPr>
        <p:txBody>
          <a:bodyPr wrap="square" lIns="0" tIns="0" rIns="0" bIns="0" rtlCol="0" anchor="ctr"/>
          <a:lstStyle/>
          <a:p>
            <a:pPr algn="ctr" indent="0" marL="0">
              <a:buNone/>
            </a:pPr>
            <a:r>
              <a:rPr lang="en-US" sz="1800" b="1" dirty="0">
                <a:solidFill>
                  <a:schemeClr val="bg1"/>
                </a:solidFill>
              </a:rPr>
              <a:t>/ɪd/</a:t>
            </a:r>
            <a:endParaRPr lang="en-US" sz="1800" dirty="0"/>
          </a:p>
        </p:txBody>
      </p:sp>
      <p:sp>
        <p:nvSpPr>
          <p:cNvPr id="16" name="Text 14"/>
          <p:cNvSpPr txBox="1"/>
          <p:nvPr/>
        </p:nvSpPr>
        <p:spPr>
          <a:xfrm>
            <a:off x="7123176" y="1280160"/>
            <a:ext cx="1417320" cy="731520"/>
          </a:xfrm>
          <a:prstGeom prst="rect">
            <a:avLst/>
          </a:prstGeom>
          <a:noFill/>
          <a:ln/>
        </p:spPr>
        <p:txBody>
          <a:bodyPr wrap="square" lIns="0" tIns="0" rIns="0" bIns="0" rtlCol="0" anchor="ctr"/>
          <a:lstStyle/>
          <a:p>
            <a:pPr indent="0" marL="0">
              <a:buNone/>
            </a:pPr>
            <a:r>
              <a:rPr lang="en-US" sz="1400" i="1" dirty="0">
                <a:solidFill>
                  <a:schemeClr val="tx2"/>
                </a:solidFill>
              </a:rPr>
              <a:t>after t and d</a:t>
            </a:r>
            <a:endParaRPr lang="en-US" sz="1400" dirty="0"/>
          </a:p>
        </p:txBody>
      </p:sp>
      <p:sp>
        <p:nvSpPr>
          <p:cNvPr id="17" name="Text 15"/>
          <p:cNvSpPr txBox="1"/>
          <p:nvPr/>
        </p:nvSpPr>
        <p:spPr>
          <a:xfrm>
            <a:off x="6254496" y="2194560"/>
            <a:ext cx="2249424" cy="1005840"/>
          </a:xfrm>
          <a:prstGeom prst="rect">
            <a:avLst/>
          </a:prstGeom>
          <a:noFill/>
          <a:ln/>
        </p:spPr>
        <p:txBody>
          <a:bodyPr wrap="square" lIns="0" tIns="0" rIns="0" bIns="0" rtlCol="0" anchor="t"/>
          <a:lstStyle/>
          <a:p>
            <a:pPr indent="0" marL="0">
              <a:buNone/>
            </a:pPr>
            <a:r>
              <a:rPr lang="en-US" sz="1600" b="1" dirty="0">
                <a:solidFill>
                  <a:schemeClr val="tx1"/>
                </a:solidFill>
              </a:rPr>
              <a:t>visited · wanted · needed · decided</a:t>
            </a:r>
            <a:endParaRPr lang="en-US" sz="1600" dirty="0"/>
          </a:p>
        </p:txBody>
      </p:sp>
      <p:sp>
        <p:nvSpPr>
          <p:cNvPr id="18" name="card"/>
          <p:cNvSpPr/>
          <p:nvPr/>
        </p:nvSpPr>
        <p:spPr>
          <a:xfrm>
            <a:off x="457200" y="3566160"/>
            <a:ext cx="8229600" cy="1051560"/>
          </a:xfrm>
          <a:prstGeom prst="roundRect">
            <a:avLst>
              <a:gd name="adj" fmla="val 10435"/>
            </a:avLst>
          </a:prstGeom>
          <a:solidFill>
            <a:schemeClr val="tx2"/>
          </a:solidFill>
          <a:ln w="12700">
            <a:solidFill>
              <a:schemeClr val="tx2"/>
            </a:solidFill>
            <a:prstDash val="solid"/>
          </a:ln>
        </p:spPr>
      </p:sp>
      <p:sp>
        <p:nvSpPr>
          <p:cNvPr id="19" name="Text 17"/>
          <p:cNvSpPr txBox="1"/>
          <p:nvPr/>
        </p:nvSpPr>
        <p:spPr>
          <a:xfrm>
            <a:off x="685800" y="3566160"/>
            <a:ext cx="1737360" cy="1051560"/>
          </a:xfrm>
          <a:prstGeom prst="rect">
            <a:avLst/>
          </a:prstGeom>
          <a:noFill/>
          <a:ln/>
        </p:spPr>
        <p:txBody>
          <a:bodyPr wrap="square" lIns="0" tIns="0" rIns="0" bIns="0" rtlCol="0" anchor="ctr"/>
          <a:lstStyle/>
          <a:p>
            <a:pPr indent="0" marL="0">
              <a:buNone/>
            </a:pPr>
            <a:r>
              <a:rPr lang="en-US" sz="1600" b="1" dirty="0">
                <a:solidFill>
                  <a:schemeClr val="accent2"/>
                </a:solidFill>
              </a:rPr>
              <a:t>Remember</a:t>
            </a:r>
            <a:endParaRPr lang="en-US" sz="1600" dirty="0"/>
          </a:p>
        </p:txBody>
      </p:sp>
      <p:sp>
        <p:nvSpPr>
          <p:cNvPr id="20" name="Text 18"/>
          <p:cNvSpPr txBox="1"/>
          <p:nvPr/>
        </p:nvSpPr>
        <p:spPr>
          <a:xfrm>
            <a:off x="2468880" y="3566160"/>
            <a:ext cx="6035040" cy="1051560"/>
          </a:xfrm>
          <a:prstGeom prst="rect">
            <a:avLst/>
          </a:prstGeom>
          <a:noFill/>
          <a:ln/>
        </p:spPr>
        <p:txBody>
          <a:bodyPr wrap="square" lIns="0" tIns="0" rIns="0" bIns="0" rtlCol="0" anchor="ctr"/>
          <a:lstStyle/>
          <a:p>
            <a:pPr indent="0" marL="0">
              <a:buNone/>
            </a:pPr>
            <a:r>
              <a:rPr lang="en-US" sz="1500" i="1" dirty="0">
                <a:solidFill>
                  <a:schemeClr val="bg1"/>
                </a:solidFill>
              </a:rPr>
              <a:t>We add -ed to regular verbs: play → played, visit → visited, study → studied.</a:t>
            </a:r>
            <a:endParaRPr lang="en-US" sz="1500" dirty="0"/>
          </a:p>
        </p:txBody>
      </p:sp>
      <p:sp>
        <p:nvSpPr>
          <p:cNvPr id="25" name="Slide Number Placeholder 0"/>
          <p:cNvSpPr>
            <a:spLocks noGrp="1"/>
          </p:cNvSpPr>
          <p:nvPr>
            <p:ph type="sldNum" sz="quarter" idx="4294967295"/>
          </p:nvPr>
        </p:nvSpPr>
        <p:spPr>
          <a:xfrm>
            <a:off x="832104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Irregular Verbs to Know</a:t>
            </a:r>
            <a:endParaRPr lang="en-US" sz="3000" dirty="0"/>
          </a:p>
        </p:txBody>
      </p:sp>
      <p:sp>
        <p:nvSpPr>
          <p:cNvPr id="3" name="card"/>
          <p:cNvSpPr/>
          <p:nvPr/>
        </p:nvSpPr>
        <p:spPr>
          <a:xfrm>
            <a:off x="457200" y="1097280"/>
            <a:ext cx="1938528" cy="1051560"/>
          </a:xfrm>
          <a:prstGeom prst="roundRect">
            <a:avLst>
              <a:gd name="adj" fmla="val 10435"/>
            </a:avLst>
          </a:prstGeom>
          <a:solidFill>
            <a:schemeClr val="bg2"/>
          </a:solidFill>
          <a:ln w="12700">
            <a:solidFill>
              <a:schemeClr val="bg2"/>
            </a:solidFill>
            <a:prstDash val="solid"/>
          </a:ln>
        </p:spPr>
      </p:sp>
      <p:sp>
        <p:nvSpPr>
          <p:cNvPr id="4" name="Text 2"/>
          <p:cNvSpPr txBox="1"/>
          <p:nvPr/>
        </p:nvSpPr>
        <p:spPr>
          <a:xfrm>
            <a:off x="548640" y="1097280"/>
            <a:ext cx="1755648" cy="1051560"/>
          </a:xfrm>
          <a:prstGeom prst="rect">
            <a:avLst/>
          </a:prstGeom>
          <a:noFill/>
          <a:ln/>
        </p:spPr>
        <p:txBody>
          <a:bodyPr wrap="square" lIns="0" tIns="0" rIns="0" bIns="0" rtlCol="0" anchor="ctr"/>
          <a:lstStyle/>
          <a:p>
            <a:pPr algn="ctr" indent="0" marL="0">
              <a:buNone/>
            </a:pPr>
            <a:r>
              <a:rPr lang="en-US" sz="1800" dirty="0">
                <a:solidFill>
                  <a:schemeClr val="tx1"/>
                </a:solidFill>
              </a:rPr>
              <a:t>go  →  </a:t>
            </a:r>
            <a:pPr algn="ctr" indent="0" marL="0">
              <a:buNone/>
            </a:pPr>
            <a:r>
              <a:rPr lang="en-US" sz="1800" b="1" dirty="0">
                <a:solidFill>
                  <a:schemeClr val="accent1"/>
                </a:solidFill>
              </a:rPr>
              <a:t>went</a:t>
            </a:r>
            <a:endParaRPr lang="en-US" sz="1800" dirty="0"/>
          </a:p>
        </p:txBody>
      </p:sp>
      <p:sp>
        <p:nvSpPr>
          <p:cNvPr id="5" name="card"/>
          <p:cNvSpPr/>
          <p:nvPr/>
        </p:nvSpPr>
        <p:spPr>
          <a:xfrm>
            <a:off x="2542032" y="1097280"/>
            <a:ext cx="1938528" cy="1051560"/>
          </a:xfrm>
          <a:prstGeom prst="roundRect">
            <a:avLst>
              <a:gd name="adj" fmla="val 10435"/>
            </a:avLst>
          </a:prstGeom>
          <a:solidFill>
            <a:schemeClr val="bg2"/>
          </a:solidFill>
          <a:ln w="12700">
            <a:solidFill>
              <a:schemeClr val="bg2"/>
            </a:solidFill>
            <a:prstDash val="solid"/>
          </a:ln>
        </p:spPr>
      </p:sp>
      <p:sp>
        <p:nvSpPr>
          <p:cNvPr id="6" name="Text 4"/>
          <p:cNvSpPr txBox="1"/>
          <p:nvPr/>
        </p:nvSpPr>
        <p:spPr>
          <a:xfrm>
            <a:off x="2633472" y="1097280"/>
            <a:ext cx="1755648" cy="1051560"/>
          </a:xfrm>
          <a:prstGeom prst="rect">
            <a:avLst/>
          </a:prstGeom>
          <a:noFill/>
          <a:ln/>
        </p:spPr>
        <p:txBody>
          <a:bodyPr wrap="square" lIns="0" tIns="0" rIns="0" bIns="0" rtlCol="0" anchor="ctr"/>
          <a:lstStyle/>
          <a:p>
            <a:pPr algn="ctr" indent="0" marL="0">
              <a:buNone/>
            </a:pPr>
            <a:r>
              <a:rPr lang="en-US" sz="1800" dirty="0">
                <a:solidFill>
                  <a:schemeClr val="tx1"/>
                </a:solidFill>
              </a:rPr>
              <a:t>see  →  </a:t>
            </a:r>
            <a:pPr algn="ctr" indent="0" marL="0">
              <a:buNone/>
            </a:pPr>
            <a:r>
              <a:rPr lang="en-US" sz="1800" b="1" dirty="0">
                <a:solidFill>
                  <a:schemeClr val="accent2"/>
                </a:solidFill>
              </a:rPr>
              <a:t>saw</a:t>
            </a:r>
            <a:endParaRPr lang="en-US" sz="1800" dirty="0"/>
          </a:p>
        </p:txBody>
      </p:sp>
      <p:sp>
        <p:nvSpPr>
          <p:cNvPr id="7" name="card"/>
          <p:cNvSpPr/>
          <p:nvPr/>
        </p:nvSpPr>
        <p:spPr>
          <a:xfrm>
            <a:off x="4626864" y="1097280"/>
            <a:ext cx="1938528" cy="1051560"/>
          </a:xfrm>
          <a:prstGeom prst="roundRect">
            <a:avLst>
              <a:gd name="adj" fmla="val 10435"/>
            </a:avLst>
          </a:prstGeom>
          <a:solidFill>
            <a:schemeClr val="bg2"/>
          </a:solidFill>
          <a:ln w="12700">
            <a:solidFill>
              <a:schemeClr val="bg2"/>
            </a:solidFill>
            <a:prstDash val="solid"/>
          </a:ln>
        </p:spPr>
      </p:sp>
      <p:sp>
        <p:nvSpPr>
          <p:cNvPr id="8" name="Text 6"/>
          <p:cNvSpPr txBox="1"/>
          <p:nvPr/>
        </p:nvSpPr>
        <p:spPr>
          <a:xfrm>
            <a:off x="4718304" y="1097280"/>
            <a:ext cx="1755648" cy="1051560"/>
          </a:xfrm>
          <a:prstGeom prst="rect">
            <a:avLst/>
          </a:prstGeom>
          <a:noFill/>
          <a:ln/>
        </p:spPr>
        <p:txBody>
          <a:bodyPr wrap="square" lIns="0" tIns="0" rIns="0" bIns="0" rtlCol="0" anchor="ctr"/>
          <a:lstStyle/>
          <a:p>
            <a:pPr algn="ctr" indent="0" marL="0">
              <a:buNone/>
            </a:pPr>
            <a:r>
              <a:rPr lang="en-US" sz="1800" dirty="0">
                <a:solidFill>
                  <a:schemeClr val="tx1"/>
                </a:solidFill>
              </a:rPr>
              <a:t>eat  →  </a:t>
            </a:r>
            <a:pPr algn="ctr" indent="0" marL="0">
              <a:buNone/>
            </a:pPr>
            <a:r>
              <a:rPr lang="en-US" sz="1800" b="1" dirty="0">
                <a:solidFill>
                  <a:schemeClr val="accent3"/>
                </a:solidFill>
              </a:rPr>
              <a:t>ate</a:t>
            </a:r>
            <a:endParaRPr lang="en-US" sz="1800" dirty="0"/>
          </a:p>
        </p:txBody>
      </p:sp>
      <p:sp>
        <p:nvSpPr>
          <p:cNvPr id="9" name="card"/>
          <p:cNvSpPr/>
          <p:nvPr/>
        </p:nvSpPr>
        <p:spPr>
          <a:xfrm>
            <a:off x="6711696" y="1097280"/>
            <a:ext cx="1938528" cy="1051560"/>
          </a:xfrm>
          <a:prstGeom prst="roundRect">
            <a:avLst>
              <a:gd name="adj" fmla="val 10435"/>
            </a:avLst>
          </a:prstGeom>
          <a:solidFill>
            <a:schemeClr val="bg2"/>
          </a:solidFill>
          <a:ln w="12700">
            <a:solidFill>
              <a:schemeClr val="bg2"/>
            </a:solidFill>
            <a:prstDash val="solid"/>
          </a:ln>
        </p:spPr>
      </p:sp>
      <p:sp>
        <p:nvSpPr>
          <p:cNvPr id="10" name="Text 8"/>
          <p:cNvSpPr txBox="1"/>
          <p:nvPr/>
        </p:nvSpPr>
        <p:spPr>
          <a:xfrm>
            <a:off x="6803136" y="1097280"/>
            <a:ext cx="1755648" cy="1051560"/>
          </a:xfrm>
          <a:prstGeom prst="rect">
            <a:avLst/>
          </a:prstGeom>
          <a:noFill/>
          <a:ln/>
        </p:spPr>
        <p:txBody>
          <a:bodyPr wrap="square" lIns="0" tIns="0" rIns="0" bIns="0" rtlCol="0" anchor="ctr"/>
          <a:lstStyle/>
          <a:p>
            <a:pPr algn="ctr" indent="0" marL="0">
              <a:buNone/>
            </a:pPr>
            <a:r>
              <a:rPr lang="en-US" sz="1800" dirty="0">
                <a:solidFill>
                  <a:schemeClr val="tx1"/>
                </a:solidFill>
              </a:rPr>
              <a:t>meet  →  </a:t>
            </a:r>
            <a:pPr algn="ctr" indent="0" marL="0">
              <a:buNone/>
            </a:pPr>
            <a:r>
              <a:rPr lang="en-US" sz="1800" b="1" dirty="0">
                <a:solidFill>
                  <a:schemeClr val="accent4"/>
                </a:solidFill>
              </a:rPr>
              <a:t>met</a:t>
            </a:r>
            <a:endParaRPr lang="en-US" sz="1800" dirty="0"/>
          </a:p>
        </p:txBody>
      </p:sp>
      <p:sp>
        <p:nvSpPr>
          <p:cNvPr id="11" name="card"/>
          <p:cNvSpPr/>
          <p:nvPr/>
        </p:nvSpPr>
        <p:spPr>
          <a:xfrm>
            <a:off x="457200" y="2286000"/>
            <a:ext cx="1938528" cy="1051560"/>
          </a:xfrm>
          <a:prstGeom prst="roundRect">
            <a:avLst>
              <a:gd name="adj" fmla="val 10435"/>
            </a:avLst>
          </a:prstGeom>
          <a:solidFill>
            <a:schemeClr val="bg2"/>
          </a:solidFill>
          <a:ln w="12700">
            <a:solidFill>
              <a:schemeClr val="bg2"/>
            </a:solidFill>
            <a:prstDash val="solid"/>
          </a:ln>
        </p:spPr>
      </p:sp>
      <p:sp>
        <p:nvSpPr>
          <p:cNvPr id="12" name="Text 10"/>
          <p:cNvSpPr txBox="1"/>
          <p:nvPr/>
        </p:nvSpPr>
        <p:spPr>
          <a:xfrm>
            <a:off x="548640" y="2286000"/>
            <a:ext cx="1755648" cy="1051560"/>
          </a:xfrm>
          <a:prstGeom prst="rect">
            <a:avLst/>
          </a:prstGeom>
          <a:noFill/>
          <a:ln/>
        </p:spPr>
        <p:txBody>
          <a:bodyPr wrap="square" lIns="0" tIns="0" rIns="0" bIns="0" rtlCol="0" anchor="ctr"/>
          <a:lstStyle/>
          <a:p>
            <a:pPr algn="ctr" indent="0" marL="0">
              <a:buNone/>
            </a:pPr>
            <a:r>
              <a:rPr lang="en-US" sz="1800" dirty="0">
                <a:solidFill>
                  <a:schemeClr val="tx1"/>
                </a:solidFill>
              </a:rPr>
              <a:t>have  →  </a:t>
            </a:r>
            <a:pPr algn="ctr" indent="0" marL="0">
              <a:buNone/>
            </a:pPr>
            <a:r>
              <a:rPr lang="en-US" sz="1800" b="1" dirty="0">
                <a:solidFill>
                  <a:schemeClr val="accent5"/>
                </a:solidFill>
              </a:rPr>
              <a:t>had</a:t>
            </a:r>
            <a:endParaRPr lang="en-US" sz="1800" dirty="0"/>
          </a:p>
        </p:txBody>
      </p:sp>
      <p:sp>
        <p:nvSpPr>
          <p:cNvPr id="13" name="card"/>
          <p:cNvSpPr/>
          <p:nvPr/>
        </p:nvSpPr>
        <p:spPr>
          <a:xfrm>
            <a:off x="2542032" y="2286000"/>
            <a:ext cx="1938528" cy="1051560"/>
          </a:xfrm>
          <a:prstGeom prst="roundRect">
            <a:avLst>
              <a:gd name="adj" fmla="val 10435"/>
            </a:avLst>
          </a:prstGeom>
          <a:solidFill>
            <a:schemeClr val="bg2"/>
          </a:solidFill>
          <a:ln w="12700">
            <a:solidFill>
              <a:schemeClr val="bg2"/>
            </a:solidFill>
            <a:prstDash val="solid"/>
          </a:ln>
        </p:spPr>
      </p:sp>
      <p:sp>
        <p:nvSpPr>
          <p:cNvPr id="14" name="Text 12"/>
          <p:cNvSpPr txBox="1"/>
          <p:nvPr/>
        </p:nvSpPr>
        <p:spPr>
          <a:xfrm>
            <a:off x="2633472" y="2286000"/>
            <a:ext cx="1755648" cy="1051560"/>
          </a:xfrm>
          <a:prstGeom prst="rect">
            <a:avLst/>
          </a:prstGeom>
          <a:noFill/>
          <a:ln/>
        </p:spPr>
        <p:txBody>
          <a:bodyPr wrap="square" lIns="0" tIns="0" rIns="0" bIns="0" rtlCol="0" anchor="ctr"/>
          <a:lstStyle/>
          <a:p>
            <a:pPr algn="ctr" indent="0" marL="0">
              <a:buNone/>
            </a:pPr>
            <a:r>
              <a:rPr lang="en-US" sz="1800" dirty="0">
                <a:solidFill>
                  <a:schemeClr val="tx1"/>
                </a:solidFill>
              </a:rPr>
              <a:t>take  →  </a:t>
            </a:r>
            <a:pPr algn="ctr" indent="0" marL="0">
              <a:buNone/>
            </a:pPr>
            <a:r>
              <a:rPr lang="en-US" sz="1800" b="1" dirty="0">
                <a:solidFill>
                  <a:schemeClr val="tx2"/>
                </a:solidFill>
              </a:rPr>
              <a:t>took</a:t>
            </a:r>
            <a:endParaRPr lang="en-US" sz="1800" dirty="0"/>
          </a:p>
        </p:txBody>
      </p:sp>
      <p:sp>
        <p:nvSpPr>
          <p:cNvPr id="15" name="card"/>
          <p:cNvSpPr/>
          <p:nvPr/>
        </p:nvSpPr>
        <p:spPr>
          <a:xfrm>
            <a:off x="4626864" y="2286000"/>
            <a:ext cx="1938528" cy="1051560"/>
          </a:xfrm>
          <a:prstGeom prst="roundRect">
            <a:avLst>
              <a:gd name="adj" fmla="val 10435"/>
            </a:avLst>
          </a:prstGeom>
          <a:solidFill>
            <a:schemeClr val="bg2"/>
          </a:solidFill>
          <a:ln w="12700">
            <a:solidFill>
              <a:schemeClr val="bg2"/>
            </a:solidFill>
            <a:prstDash val="solid"/>
          </a:ln>
        </p:spPr>
      </p:sp>
      <p:sp>
        <p:nvSpPr>
          <p:cNvPr id="16" name="Text 14"/>
          <p:cNvSpPr txBox="1"/>
          <p:nvPr/>
        </p:nvSpPr>
        <p:spPr>
          <a:xfrm>
            <a:off x="4718304" y="2286000"/>
            <a:ext cx="1755648" cy="1051560"/>
          </a:xfrm>
          <a:prstGeom prst="rect">
            <a:avLst/>
          </a:prstGeom>
          <a:noFill/>
          <a:ln/>
        </p:spPr>
        <p:txBody>
          <a:bodyPr wrap="square" lIns="0" tIns="0" rIns="0" bIns="0" rtlCol="0" anchor="ctr"/>
          <a:lstStyle/>
          <a:p>
            <a:pPr algn="ctr" indent="0" marL="0">
              <a:buNone/>
            </a:pPr>
            <a:r>
              <a:rPr lang="en-US" sz="1800" dirty="0">
                <a:solidFill>
                  <a:schemeClr val="tx1"/>
                </a:solidFill>
              </a:rPr>
              <a:t>buy  →  </a:t>
            </a:r>
            <a:pPr algn="ctr" indent="0" marL="0">
              <a:buNone/>
            </a:pPr>
            <a:r>
              <a:rPr lang="en-US" sz="1800" b="1" dirty="0">
                <a:solidFill>
                  <a:schemeClr val="accent1"/>
                </a:solidFill>
              </a:rPr>
              <a:t>bought</a:t>
            </a:r>
            <a:endParaRPr lang="en-US" sz="1800" dirty="0"/>
          </a:p>
        </p:txBody>
      </p:sp>
      <p:sp>
        <p:nvSpPr>
          <p:cNvPr id="17" name="card"/>
          <p:cNvSpPr/>
          <p:nvPr/>
        </p:nvSpPr>
        <p:spPr>
          <a:xfrm>
            <a:off x="6711696" y="2286000"/>
            <a:ext cx="1938528" cy="1051560"/>
          </a:xfrm>
          <a:prstGeom prst="roundRect">
            <a:avLst>
              <a:gd name="adj" fmla="val 10435"/>
            </a:avLst>
          </a:prstGeom>
          <a:solidFill>
            <a:schemeClr val="bg2"/>
          </a:solidFill>
          <a:ln w="12700">
            <a:solidFill>
              <a:schemeClr val="bg2"/>
            </a:solidFill>
            <a:prstDash val="solid"/>
          </a:ln>
        </p:spPr>
      </p:sp>
      <p:sp>
        <p:nvSpPr>
          <p:cNvPr id="18" name="Text 16"/>
          <p:cNvSpPr txBox="1"/>
          <p:nvPr/>
        </p:nvSpPr>
        <p:spPr>
          <a:xfrm>
            <a:off x="6803136" y="2286000"/>
            <a:ext cx="1755648" cy="1051560"/>
          </a:xfrm>
          <a:prstGeom prst="rect">
            <a:avLst/>
          </a:prstGeom>
          <a:noFill/>
          <a:ln/>
        </p:spPr>
        <p:txBody>
          <a:bodyPr wrap="square" lIns="0" tIns="0" rIns="0" bIns="0" rtlCol="0" anchor="ctr"/>
          <a:lstStyle/>
          <a:p>
            <a:pPr algn="ctr" indent="0" marL="0">
              <a:buNone/>
            </a:pPr>
            <a:r>
              <a:rPr lang="en-US" sz="1800" dirty="0">
                <a:solidFill>
                  <a:schemeClr val="tx1"/>
                </a:solidFill>
              </a:rPr>
              <a:t>come  →  </a:t>
            </a:r>
            <a:pPr algn="ctr" indent="0" marL="0">
              <a:buNone/>
            </a:pPr>
            <a:r>
              <a:rPr lang="en-US" sz="1800" b="1" dirty="0">
                <a:solidFill>
                  <a:schemeClr val="accent2"/>
                </a:solidFill>
              </a:rPr>
              <a:t>came</a:t>
            </a:r>
            <a:endParaRPr lang="en-US" sz="1800" dirty="0"/>
          </a:p>
        </p:txBody>
      </p:sp>
      <p:sp>
        <p:nvSpPr>
          <p:cNvPr id="19" name="card"/>
          <p:cNvSpPr/>
          <p:nvPr/>
        </p:nvSpPr>
        <p:spPr>
          <a:xfrm>
            <a:off x="457200" y="3474720"/>
            <a:ext cx="1938528" cy="1051560"/>
          </a:xfrm>
          <a:prstGeom prst="roundRect">
            <a:avLst>
              <a:gd name="adj" fmla="val 10435"/>
            </a:avLst>
          </a:prstGeom>
          <a:solidFill>
            <a:schemeClr val="bg2"/>
          </a:solidFill>
          <a:ln w="12700">
            <a:solidFill>
              <a:schemeClr val="bg2"/>
            </a:solidFill>
            <a:prstDash val="solid"/>
          </a:ln>
        </p:spPr>
      </p:sp>
      <p:sp>
        <p:nvSpPr>
          <p:cNvPr id="20" name="Text 18"/>
          <p:cNvSpPr txBox="1"/>
          <p:nvPr/>
        </p:nvSpPr>
        <p:spPr>
          <a:xfrm>
            <a:off x="548640" y="3474720"/>
            <a:ext cx="1755648" cy="1051560"/>
          </a:xfrm>
          <a:prstGeom prst="rect">
            <a:avLst/>
          </a:prstGeom>
          <a:noFill/>
          <a:ln/>
        </p:spPr>
        <p:txBody>
          <a:bodyPr wrap="square" lIns="0" tIns="0" rIns="0" bIns="0" rtlCol="0" anchor="ctr"/>
          <a:lstStyle/>
          <a:p>
            <a:pPr algn="ctr" indent="0" marL="0">
              <a:buNone/>
            </a:pPr>
            <a:r>
              <a:rPr lang="en-US" sz="1800" dirty="0">
                <a:solidFill>
                  <a:schemeClr val="tx1"/>
                </a:solidFill>
              </a:rPr>
              <a:t>make  →  </a:t>
            </a:r>
            <a:pPr algn="ctr" indent="0" marL="0">
              <a:buNone/>
            </a:pPr>
            <a:r>
              <a:rPr lang="en-US" sz="1800" b="1" dirty="0">
                <a:solidFill>
                  <a:schemeClr val="accent3"/>
                </a:solidFill>
              </a:rPr>
              <a:t>made</a:t>
            </a:r>
            <a:endParaRPr lang="en-US" sz="1800" dirty="0"/>
          </a:p>
        </p:txBody>
      </p:sp>
      <p:sp>
        <p:nvSpPr>
          <p:cNvPr id="21" name="card"/>
          <p:cNvSpPr/>
          <p:nvPr/>
        </p:nvSpPr>
        <p:spPr>
          <a:xfrm>
            <a:off x="2542032" y="3474720"/>
            <a:ext cx="1938528" cy="1051560"/>
          </a:xfrm>
          <a:prstGeom prst="roundRect">
            <a:avLst>
              <a:gd name="adj" fmla="val 10435"/>
            </a:avLst>
          </a:prstGeom>
          <a:solidFill>
            <a:schemeClr val="bg2"/>
          </a:solidFill>
          <a:ln w="12700">
            <a:solidFill>
              <a:schemeClr val="bg2"/>
            </a:solidFill>
            <a:prstDash val="solid"/>
          </a:ln>
        </p:spPr>
      </p:sp>
      <p:sp>
        <p:nvSpPr>
          <p:cNvPr id="22" name="Text 20"/>
          <p:cNvSpPr txBox="1"/>
          <p:nvPr/>
        </p:nvSpPr>
        <p:spPr>
          <a:xfrm>
            <a:off x="2633472" y="3474720"/>
            <a:ext cx="1755648" cy="1051560"/>
          </a:xfrm>
          <a:prstGeom prst="rect">
            <a:avLst/>
          </a:prstGeom>
          <a:noFill/>
          <a:ln/>
        </p:spPr>
        <p:txBody>
          <a:bodyPr wrap="square" lIns="0" tIns="0" rIns="0" bIns="0" rtlCol="0" anchor="ctr"/>
          <a:lstStyle/>
          <a:p>
            <a:pPr algn="ctr" indent="0" marL="0">
              <a:buNone/>
            </a:pPr>
            <a:r>
              <a:rPr lang="en-US" sz="1800" dirty="0">
                <a:solidFill>
                  <a:schemeClr val="tx1"/>
                </a:solidFill>
              </a:rPr>
              <a:t>get  →  </a:t>
            </a:r>
            <a:pPr algn="ctr" indent="0" marL="0">
              <a:buNone/>
            </a:pPr>
            <a:r>
              <a:rPr lang="en-US" sz="1800" b="1" dirty="0">
                <a:solidFill>
                  <a:schemeClr val="accent4"/>
                </a:solidFill>
              </a:rPr>
              <a:t>got</a:t>
            </a:r>
            <a:endParaRPr lang="en-US" sz="1800" dirty="0"/>
          </a:p>
        </p:txBody>
      </p:sp>
      <p:sp>
        <p:nvSpPr>
          <p:cNvPr id="23" name="card"/>
          <p:cNvSpPr/>
          <p:nvPr/>
        </p:nvSpPr>
        <p:spPr>
          <a:xfrm>
            <a:off x="4626864" y="3474720"/>
            <a:ext cx="1938528" cy="1051560"/>
          </a:xfrm>
          <a:prstGeom prst="roundRect">
            <a:avLst>
              <a:gd name="adj" fmla="val 10435"/>
            </a:avLst>
          </a:prstGeom>
          <a:solidFill>
            <a:schemeClr val="bg2"/>
          </a:solidFill>
          <a:ln w="12700">
            <a:solidFill>
              <a:schemeClr val="bg2"/>
            </a:solidFill>
            <a:prstDash val="solid"/>
          </a:ln>
        </p:spPr>
      </p:sp>
      <p:sp>
        <p:nvSpPr>
          <p:cNvPr id="24" name="Text 22"/>
          <p:cNvSpPr txBox="1"/>
          <p:nvPr/>
        </p:nvSpPr>
        <p:spPr>
          <a:xfrm>
            <a:off x="4718304" y="3474720"/>
            <a:ext cx="1755648" cy="1051560"/>
          </a:xfrm>
          <a:prstGeom prst="rect">
            <a:avLst/>
          </a:prstGeom>
          <a:noFill/>
          <a:ln/>
        </p:spPr>
        <p:txBody>
          <a:bodyPr wrap="square" lIns="0" tIns="0" rIns="0" bIns="0" rtlCol="0" anchor="ctr"/>
          <a:lstStyle/>
          <a:p>
            <a:pPr algn="ctr" indent="0" marL="0">
              <a:buNone/>
            </a:pPr>
            <a:r>
              <a:rPr lang="en-US" sz="1800" dirty="0">
                <a:solidFill>
                  <a:schemeClr val="tx1"/>
                </a:solidFill>
              </a:rPr>
              <a:t>swim  →  </a:t>
            </a:r>
            <a:pPr algn="ctr" indent="0" marL="0">
              <a:buNone/>
            </a:pPr>
            <a:r>
              <a:rPr lang="en-US" sz="1800" b="1" dirty="0">
                <a:solidFill>
                  <a:schemeClr val="accent5"/>
                </a:solidFill>
              </a:rPr>
              <a:t>swam</a:t>
            </a:r>
            <a:endParaRPr lang="en-US" sz="1800" dirty="0"/>
          </a:p>
        </p:txBody>
      </p:sp>
      <p:sp>
        <p:nvSpPr>
          <p:cNvPr id="25" name="card"/>
          <p:cNvSpPr/>
          <p:nvPr/>
        </p:nvSpPr>
        <p:spPr>
          <a:xfrm>
            <a:off x="6711696" y="3474720"/>
            <a:ext cx="1938528" cy="1051560"/>
          </a:xfrm>
          <a:prstGeom prst="roundRect">
            <a:avLst>
              <a:gd name="adj" fmla="val 10435"/>
            </a:avLst>
          </a:prstGeom>
          <a:solidFill>
            <a:schemeClr val="bg2"/>
          </a:solidFill>
          <a:ln w="12700">
            <a:solidFill>
              <a:schemeClr val="bg2"/>
            </a:solidFill>
            <a:prstDash val="solid"/>
          </a:ln>
        </p:spPr>
      </p:sp>
      <p:sp>
        <p:nvSpPr>
          <p:cNvPr id="26" name="Text 24"/>
          <p:cNvSpPr txBox="1"/>
          <p:nvPr/>
        </p:nvSpPr>
        <p:spPr>
          <a:xfrm>
            <a:off x="6803136" y="3474720"/>
            <a:ext cx="1755648" cy="1051560"/>
          </a:xfrm>
          <a:prstGeom prst="rect">
            <a:avLst/>
          </a:prstGeom>
          <a:noFill/>
          <a:ln/>
        </p:spPr>
        <p:txBody>
          <a:bodyPr wrap="square" lIns="0" tIns="0" rIns="0" bIns="0" rtlCol="0" anchor="ctr"/>
          <a:lstStyle/>
          <a:p>
            <a:pPr algn="ctr" indent="0" marL="0">
              <a:buNone/>
            </a:pPr>
            <a:r>
              <a:rPr lang="en-US" sz="1800" dirty="0">
                <a:solidFill>
                  <a:schemeClr val="tx1"/>
                </a:solidFill>
              </a:rPr>
              <a:t>feel  →  </a:t>
            </a:r>
            <a:pPr algn="ctr" indent="0" marL="0">
              <a:buNone/>
            </a:pPr>
            <a:r>
              <a:rPr lang="en-US" sz="1800" b="1" dirty="0">
                <a:solidFill>
                  <a:schemeClr val="tx2"/>
                </a:solidFill>
              </a:rPr>
              <a:t>felt</a:t>
            </a:r>
            <a:endParaRPr lang="en-US" sz="1800" dirty="0"/>
          </a:p>
        </p:txBody>
      </p:sp>
      <p:sp>
        <p:nvSpPr>
          <p:cNvPr id="25" name="Slide Number Placeholder 0"/>
          <p:cNvSpPr>
            <a:spLocks noGrp="1"/>
          </p:cNvSpPr>
          <p:nvPr>
            <p:ph type="sldNum" sz="quarter" idx="4294967295"/>
          </p:nvPr>
        </p:nvSpPr>
        <p:spPr>
          <a:xfrm>
            <a:off x="832104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Negatives and Questions</a:t>
            </a:r>
            <a:endParaRPr lang="en-US" sz="3000" dirty="0"/>
          </a:p>
        </p:txBody>
      </p:sp>
      <p:sp>
        <p:nvSpPr>
          <p:cNvPr id="3" name="card"/>
          <p:cNvSpPr/>
          <p:nvPr/>
        </p:nvSpPr>
        <p:spPr>
          <a:xfrm>
            <a:off x="457200" y="1097280"/>
            <a:ext cx="2615184" cy="2286000"/>
          </a:xfrm>
          <a:prstGeom prst="roundRect">
            <a:avLst>
              <a:gd name="adj" fmla="val 4800"/>
            </a:avLst>
          </a:prstGeom>
          <a:solidFill>
            <a:schemeClr val="bg2"/>
          </a:solidFill>
          <a:ln w="12700">
            <a:solidFill>
              <a:schemeClr val="bg2"/>
            </a:solidFill>
            <a:prstDash val="solid"/>
          </a:ln>
        </p:spPr>
      </p:sp>
      <p:sp>
        <p:nvSpPr>
          <p:cNvPr id="4" name="icon circle"/>
          <p:cNvSpPr/>
          <p:nvPr/>
        </p:nvSpPr>
        <p:spPr>
          <a:xfrm>
            <a:off x="640080" y="1280160"/>
            <a:ext cx="502920" cy="502920"/>
          </a:xfrm>
          <a:prstGeom prst="ellipse">
            <a:avLst/>
          </a:prstGeom>
          <a:solidFill>
            <a:schemeClr val="accent1"/>
          </a:solidFill>
          <a:ln w="12700">
            <a:solidFill>
              <a:schemeClr val="accent1"/>
            </a:solidFill>
            <a:prstDash val="solid"/>
          </a:ln>
        </p:spPr>
      </p:sp>
      <p:pic>
        <p:nvPicPr>
          <p:cNvPr id="5" name="icon" descr="preencoded.png">    </p:cNvPr>
          <p:cNvPicPr>
            <a:picLocks noChangeAspect="1"/>
          </p:cNvPicPr>
          <p:nvPr/>
        </p:nvPicPr>
        <p:blipFill>
          <a:blip r:embed="rId1"/>
          <a:stretch>
            <a:fillRect/>
          </a:stretch>
        </p:blipFill>
        <p:spPr>
          <a:xfrm>
            <a:off x="775868" y="1415948"/>
            <a:ext cx="231343" cy="231343"/>
          </a:xfrm>
          <a:prstGeom prst="rect">
            <a:avLst/>
          </a:prstGeom>
        </p:spPr>
      </p:pic>
      <p:sp>
        <p:nvSpPr>
          <p:cNvPr id="6" name="Text 3"/>
          <p:cNvSpPr txBox="1"/>
          <p:nvPr/>
        </p:nvSpPr>
        <p:spPr>
          <a:xfrm>
            <a:off x="1280160" y="1280160"/>
            <a:ext cx="1655064" cy="502920"/>
          </a:xfrm>
          <a:prstGeom prst="rect">
            <a:avLst/>
          </a:prstGeom>
          <a:noFill/>
          <a:ln/>
        </p:spPr>
        <p:txBody>
          <a:bodyPr wrap="square" lIns="0" tIns="0" rIns="0" bIns="0" rtlCol="0" anchor="ctr"/>
          <a:lstStyle/>
          <a:p>
            <a:pPr indent="0" marL="0">
              <a:buNone/>
            </a:pPr>
            <a:r>
              <a:rPr lang="en-US" sz="1600" b="1" dirty="0">
                <a:solidFill>
                  <a:schemeClr val="tx2"/>
                </a:solidFill>
              </a:rPr>
              <a:t>Negative</a:t>
            </a:r>
            <a:endParaRPr lang="en-US" sz="1600" dirty="0"/>
          </a:p>
        </p:txBody>
      </p:sp>
      <p:sp>
        <p:nvSpPr>
          <p:cNvPr id="7" name="Text 4"/>
          <p:cNvSpPr txBox="1"/>
          <p:nvPr/>
        </p:nvSpPr>
        <p:spPr>
          <a:xfrm>
            <a:off x="685800" y="1920240"/>
            <a:ext cx="2203704" cy="1371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I didn't go out.</a:t>
            </a:r>
            <a:endParaRPr lang="en-US" sz="1400" dirty="0"/>
          </a:p>
          <a:p>
            <a:pPr marL="342900" indent="-342900">
              <a:spcAft>
                <a:spcPts val="600"/>
              </a:spcAft>
              <a:buSzPct val="100000"/>
              <a:buChar char="•"/>
            </a:pPr>
            <a:r>
              <a:rPr lang="en-US" sz="1400" dirty="0">
                <a:solidFill>
                  <a:schemeClr val="tx1"/>
                </a:solidFill>
              </a:rPr>
              <a:t>She didn't eat.</a:t>
            </a:r>
            <a:endParaRPr lang="en-US" sz="1400" dirty="0"/>
          </a:p>
        </p:txBody>
      </p:sp>
      <p:sp>
        <p:nvSpPr>
          <p:cNvPr id="8" name="card"/>
          <p:cNvSpPr/>
          <p:nvPr/>
        </p:nvSpPr>
        <p:spPr>
          <a:xfrm>
            <a:off x="3264408" y="1097280"/>
            <a:ext cx="2615184" cy="2286000"/>
          </a:xfrm>
          <a:prstGeom prst="roundRect">
            <a:avLst>
              <a:gd name="adj" fmla="val 4800"/>
            </a:avLst>
          </a:prstGeom>
          <a:solidFill>
            <a:schemeClr val="bg2"/>
          </a:solidFill>
          <a:ln w="12700">
            <a:solidFill>
              <a:schemeClr val="bg2"/>
            </a:solidFill>
            <a:prstDash val="solid"/>
          </a:ln>
        </p:spPr>
      </p:sp>
      <p:sp>
        <p:nvSpPr>
          <p:cNvPr id="9" name="icon circle"/>
          <p:cNvSpPr/>
          <p:nvPr/>
        </p:nvSpPr>
        <p:spPr>
          <a:xfrm>
            <a:off x="3447288" y="1280160"/>
            <a:ext cx="502920" cy="502920"/>
          </a:xfrm>
          <a:prstGeom prst="ellipse">
            <a:avLst/>
          </a:prstGeom>
          <a:solidFill>
            <a:schemeClr val="accent3"/>
          </a:solidFill>
          <a:ln w="12700">
            <a:solidFill>
              <a:schemeClr val="accent3"/>
            </a:solidFill>
            <a:prstDash val="solid"/>
          </a:ln>
        </p:spPr>
      </p:sp>
      <p:pic>
        <p:nvPicPr>
          <p:cNvPr id="10" name="icon" descr="preencoded.png">    </p:cNvPr>
          <p:cNvPicPr>
            <a:picLocks noChangeAspect="1"/>
          </p:cNvPicPr>
          <p:nvPr/>
        </p:nvPicPr>
        <p:blipFill>
          <a:blip r:embed="rId2"/>
          <a:stretch>
            <a:fillRect/>
          </a:stretch>
        </p:blipFill>
        <p:spPr>
          <a:xfrm>
            <a:off x="3583076" y="1415948"/>
            <a:ext cx="231343" cy="231343"/>
          </a:xfrm>
          <a:prstGeom prst="rect">
            <a:avLst/>
          </a:prstGeom>
        </p:spPr>
      </p:pic>
      <p:sp>
        <p:nvSpPr>
          <p:cNvPr id="11" name="Text 7"/>
          <p:cNvSpPr txBox="1"/>
          <p:nvPr/>
        </p:nvSpPr>
        <p:spPr>
          <a:xfrm>
            <a:off x="4087368" y="1280160"/>
            <a:ext cx="1655064" cy="502920"/>
          </a:xfrm>
          <a:prstGeom prst="rect">
            <a:avLst/>
          </a:prstGeom>
          <a:noFill/>
          <a:ln/>
        </p:spPr>
        <p:txBody>
          <a:bodyPr wrap="square" lIns="0" tIns="0" rIns="0" bIns="0" rtlCol="0" anchor="ctr"/>
          <a:lstStyle/>
          <a:p>
            <a:pPr indent="0" marL="0">
              <a:buNone/>
            </a:pPr>
            <a:r>
              <a:rPr lang="en-US" sz="1600" b="1" dirty="0">
                <a:solidFill>
                  <a:schemeClr val="tx2"/>
                </a:solidFill>
              </a:rPr>
              <a:t>Yes / No</a:t>
            </a:r>
            <a:endParaRPr lang="en-US" sz="1600" dirty="0"/>
          </a:p>
        </p:txBody>
      </p:sp>
      <p:sp>
        <p:nvSpPr>
          <p:cNvPr id="12" name="Text 8"/>
          <p:cNvSpPr txBox="1"/>
          <p:nvPr/>
        </p:nvSpPr>
        <p:spPr>
          <a:xfrm>
            <a:off x="3493008" y="1920240"/>
            <a:ext cx="2203704" cy="1371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Did you travel?</a:t>
            </a:r>
            <a:endParaRPr lang="en-US" sz="1400" dirty="0"/>
          </a:p>
          <a:p>
            <a:pPr marL="342900" indent="-342900">
              <a:spcAft>
                <a:spcPts val="600"/>
              </a:spcAft>
              <a:buSzPct val="100000"/>
              <a:buChar char="•"/>
            </a:pPr>
            <a:r>
              <a:rPr lang="en-US" sz="1400" dirty="0">
                <a:solidFill>
                  <a:schemeClr val="tx1"/>
                </a:solidFill>
              </a:rPr>
              <a:t>Yes, I did. / No, I didn't.</a:t>
            </a:r>
            <a:endParaRPr lang="en-US" sz="1400" dirty="0"/>
          </a:p>
        </p:txBody>
      </p:sp>
      <p:sp>
        <p:nvSpPr>
          <p:cNvPr id="13" name="card"/>
          <p:cNvSpPr/>
          <p:nvPr/>
        </p:nvSpPr>
        <p:spPr>
          <a:xfrm>
            <a:off x="6071616" y="1097280"/>
            <a:ext cx="2615184" cy="2286000"/>
          </a:xfrm>
          <a:prstGeom prst="roundRect">
            <a:avLst>
              <a:gd name="adj" fmla="val 4800"/>
            </a:avLst>
          </a:prstGeom>
          <a:solidFill>
            <a:schemeClr val="bg2"/>
          </a:solidFill>
          <a:ln w="12700">
            <a:solidFill>
              <a:schemeClr val="bg2"/>
            </a:solidFill>
            <a:prstDash val="solid"/>
          </a:ln>
        </p:spPr>
      </p:sp>
      <p:sp>
        <p:nvSpPr>
          <p:cNvPr id="14" name="icon circle"/>
          <p:cNvSpPr/>
          <p:nvPr/>
        </p:nvSpPr>
        <p:spPr>
          <a:xfrm>
            <a:off x="6254496" y="1280160"/>
            <a:ext cx="502920" cy="502920"/>
          </a:xfrm>
          <a:prstGeom prst="ellipse">
            <a:avLst/>
          </a:prstGeom>
          <a:solidFill>
            <a:schemeClr val="accent4"/>
          </a:solidFill>
          <a:ln w="12700">
            <a:solidFill>
              <a:schemeClr val="accent4"/>
            </a:solidFill>
            <a:prstDash val="solid"/>
          </a:ln>
        </p:spPr>
      </p:sp>
      <p:pic>
        <p:nvPicPr>
          <p:cNvPr id="15" name="icon" descr="preencoded.png">    </p:cNvPr>
          <p:cNvPicPr>
            <a:picLocks noChangeAspect="1"/>
          </p:cNvPicPr>
          <p:nvPr/>
        </p:nvPicPr>
        <p:blipFill>
          <a:blip r:embed="rId3"/>
          <a:stretch>
            <a:fillRect/>
          </a:stretch>
        </p:blipFill>
        <p:spPr>
          <a:xfrm>
            <a:off x="6390284" y="1415948"/>
            <a:ext cx="231343" cy="231343"/>
          </a:xfrm>
          <a:prstGeom prst="rect">
            <a:avLst/>
          </a:prstGeom>
        </p:spPr>
      </p:pic>
      <p:sp>
        <p:nvSpPr>
          <p:cNvPr id="16" name="Text 11"/>
          <p:cNvSpPr txBox="1"/>
          <p:nvPr/>
        </p:nvSpPr>
        <p:spPr>
          <a:xfrm>
            <a:off x="6894576" y="1280160"/>
            <a:ext cx="1655064" cy="502920"/>
          </a:xfrm>
          <a:prstGeom prst="rect">
            <a:avLst/>
          </a:prstGeom>
          <a:noFill/>
          <a:ln/>
        </p:spPr>
        <p:txBody>
          <a:bodyPr wrap="square" lIns="0" tIns="0" rIns="0" bIns="0" rtlCol="0" anchor="ctr"/>
          <a:lstStyle/>
          <a:p>
            <a:pPr indent="0" marL="0">
              <a:buNone/>
            </a:pPr>
            <a:r>
              <a:rPr lang="en-US" sz="1600" b="1" dirty="0">
                <a:solidFill>
                  <a:schemeClr val="tx2"/>
                </a:solidFill>
              </a:rPr>
              <a:t>Wh- questions</a:t>
            </a:r>
            <a:endParaRPr lang="en-US" sz="1600" dirty="0"/>
          </a:p>
        </p:txBody>
      </p:sp>
      <p:sp>
        <p:nvSpPr>
          <p:cNvPr id="17" name="Text 12"/>
          <p:cNvSpPr txBox="1"/>
          <p:nvPr/>
        </p:nvSpPr>
        <p:spPr>
          <a:xfrm>
            <a:off x="6300216" y="1920240"/>
            <a:ext cx="2203704" cy="1371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Where did you go?</a:t>
            </a:r>
            <a:endParaRPr lang="en-US" sz="1400" dirty="0"/>
          </a:p>
          <a:p>
            <a:pPr marL="342900" indent="-342900">
              <a:spcAft>
                <a:spcPts val="600"/>
              </a:spcAft>
              <a:buSzPct val="100000"/>
              <a:buChar char="•"/>
            </a:pPr>
            <a:r>
              <a:rPr lang="en-US" sz="1400" dirty="0">
                <a:solidFill>
                  <a:schemeClr val="tx1"/>
                </a:solidFill>
              </a:rPr>
              <a:t>What did you see?</a:t>
            </a:r>
            <a:endParaRPr lang="en-US" sz="1400" dirty="0"/>
          </a:p>
        </p:txBody>
      </p:sp>
      <p:sp>
        <p:nvSpPr>
          <p:cNvPr id="18" name="card"/>
          <p:cNvSpPr/>
          <p:nvPr/>
        </p:nvSpPr>
        <p:spPr>
          <a:xfrm>
            <a:off x="457200" y="3566160"/>
            <a:ext cx="8229600" cy="1051560"/>
          </a:xfrm>
          <a:prstGeom prst="roundRect">
            <a:avLst>
              <a:gd name="adj" fmla="val 10435"/>
            </a:avLst>
          </a:prstGeom>
          <a:solidFill>
            <a:schemeClr val="tx2"/>
          </a:solidFill>
          <a:ln w="12700">
            <a:solidFill>
              <a:schemeClr val="tx2"/>
            </a:solidFill>
            <a:prstDash val="solid"/>
          </a:ln>
        </p:spPr>
      </p:sp>
      <p:sp>
        <p:nvSpPr>
          <p:cNvPr id="19" name="Text 14"/>
          <p:cNvSpPr txBox="1"/>
          <p:nvPr/>
        </p:nvSpPr>
        <p:spPr>
          <a:xfrm>
            <a:off x="685800" y="3566160"/>
            <a:ext cx="1737360" cy="1051560"/>
          </a:xfrm>
          <a:prstGeom prst="rect">
            <a:avLst/>
          </a:prstGeom>
          <a:noFill/>
          <a:ln/>
        </p:spPr>
        <p:txBody>
          <a:bodyPr wrap="square" lIns="0" tIns="0" rIns="0" bIns="0" rtlCol="0" anchor="ctr"/>
          <a:lstStyle/>
          <a:p>
            <a:pPr indent="0" marL="0">
              <a:buNone/>
            </a:pPr>
            <a:r>
              <a:rPr lang="en-US" sz="1600" b="1" dirty="0">
                <a:solidFill>
                  <a:schemeClr val="accent2"/>
                </a:solidFill>
              </a:rPr>
              <a:t>Be careful!</a:t>
            </a:r>
            <a:endParaRPr lang="en-US" sz="1600" dirty="0"/>
          </a:p>
        </p:txBody>
      </p:sp>
      <p:sp>
        <p:nvSpPr>
          <p:cNvPr id="20" name="Text 15"/>
          <p:cNvSpPr txBox="1"/>
          <p:nvPr/>
        </p:nvSpPr>
        <p:spPr>
          <a:xfrm>
            <a:off x="2468880" y="3566160"/>
            <a:ext cx="6035040" cy="1051560"/>
          </a:xfrm>
          <a:prstGeom prst="rect">
            <a:avLst/>
          </a:prstGeom>
          <a:noFill/>
          <a:ln/>
        </p:spPr>
        <p:txBody>
          <a:bodyPr wrap="square" lIns="0" tIns="0" rIns="0" bIns="0" rtlCol="0" anchor="ctr"/>
          <a:lstStyle/>
          <a:p>
            <a:pPr indent="0" marL="0">
              <a:buNone/>
            </a:pPr>
            <a:r>
              <a:rPr lang="en-US" sz="1500" i="1" dirty="0">
                <a:solidFill>
                  <a:schemeClr val="bg1"/>
                </a:solidFill>
              </a:rPr>
              <a:t>didn't / did + base verb:  I didn't go ✓   I didn't went ✗</a:t>
            </a:r>
            <a:endParaRPr lang="en-US" sz="1500" dirty="0"/>
          </a:p>
        </p:txBody>
      </p:sp>
      <p:sp>
        <p:nvSpPr>
          <p:cNvPr id="25" name="Slide Number Placeholder 0"/>
          <p:cNvSpPr>
            <a:spLocks noGrp="1"/>
          </p:cNvSpPr>
          <p:nvPr>
            <p:ph type="sldNum" sz="quarter" idx="4294967295"/>
          </p:nvPr>
        </p:nvSpPr>
        <p:spPr>
          <a:xfrm>
            <a:off x="832104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Sequencing Words</a:t>
            </a:r>
            <a:endParaRPr lang="en-US" sz="3000" dirty="0"/>
          </a:p>
        </p:txBody>
      </p:sp>
      <p:sp>
        <p:nvSpPr>
          <p:cNvPr id="3" name="card"/>
          <p:cNvSpPr/>
          <p:nvPr/>
        </p:nvSpPr>
        <p:spPr>
          <a:xfrm>
            <a:off x="457200" y="1097280"/>
            <a:ext cx="1463040" cy="2240280"/>
          </a:xfrm>
          <a:prstGeom prst="roundRect">
            <a:avLst>
              <a:gd name="adj" fmla="val 7500"/>
            </a:avLst>
          </a:prstGeom>
          <a:solidFill>
            <a:schemeClr val="bg2"/>
          </a:solidFill>
          <a:ln w="12700">
            <a:solidFill>
              <a:schemeClr val="bg2"/>
            </a:solidFill>
            <a:prstDash val="solid"/>
          </a:ln>
        </p:spPr>
      </p:sp>
      <p:sp>
        <p:nvSpPr>
          <p:cNvPr id="4" name="step number"/>
          <p:cNvSpPr/>
          <p:nvPr/>
        </p:nvSpPr>
        <p:spPr>
          <a:xfrm>
            <a:off x="932688" y="1234440"/>
            <a:ext cx="502920" cy="502920"/>
          </a:xfrm>
          <a:prstGeom prst="ellipse">
            <a:avLst/>
          </a:prstGeom>
          <a:solidFill>
            <a:schemeClr val="accent1"/>
          </a:solidFill>
          <a:ln w="12700">
            <a:solidFill>
              <a:schemeClr val="accent1"/>
            </a:solidFill>
            <a:prstDash val="solid"/>
          </a:ln>
        </p:spPr>
      </p:sp>
      <p:sp>
        <p:nvSpPr>
          <p:cNvPr id="5" name="Text 3"/>
          <p:cNvSpPr txBox="1"/>
          <p:nvPr/>
        </p:nvSpPr>
        <p:spPr>
          <a:xfrm>
            <a:off x="932688" y="12344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502920" y="1828800"/>
            <a:ext cx="1371600" cy="365760"/>
          </a:xfrm>
          <a:prstGeom prst="rect">
            <a:avLst/>
          </a:prstGeom>
          <a:noFill/>
          <a:ln/>
        </p:spPr>
        <p:txBody>
          <a:bodyPr wrap="square" lIns="0" tIns="0" rIns="0" bIns="0" rtlCol="0" anchor="t"/>
          <a:lstStyle/>
          <a:p>
            <a:pPr algn="ctr" indent="0" marL="0">
              <a:buNone/>
            </a:pPr>
            <a:r>
              <a:rPr lang="en-US" sz="1600" b="1" dirty="0">
                <a:solidFill>
                  <a:schemeClr val="tx2"/>
                </a:solidFill>
              </a:rPr>
              <a:t>First,</a:t>
            </a:r>
            <a:endParaRPr lang="en-US" sz="1600" dirty="0"/>
          </a:p>
        </p:txBody>
      </p:sp>
      <p:sp>
        <p:nvSpPr>
          <p:cNvPr id="7" name="Text 5"/>
          <p:cNvSpPr txBox="1"/>
          <p:nvPr/>
        </p:nvSpPr>
        <p:spPr>
          <a:xfrm>
            <a:off x="548640" y="2240280"/>
            <a:ext cx="1280160" cy="1005840"/>
          </a:xfrm>
          <a:prstGeom prst="rect">
            <a:avLst/>
          </a:prstGeom>
          <a:noFill/>
          <a:ln/>
        </p:spPr>
        <p:txBody>
          <a:bodyPr wrap="square" lIns="0" tIns="0" rIns="0" bIns="0" rtlCol="0" anchor="t"/>
          <a:lstStyle/>
          <a:p>
            <a:pPr algn="ctr" indent="0" marL="0">
              <a:buNone/>
            </a:pPr>
            <a:r>
              <a:rPr lang="en-US" sz="1400" i="1" dirty="0">
                <a:solidFill>
                  <a:schemeClr val="tx1"/>
                </a:solidFill>
              </a:rPr>
              <a:t>I woke up early.</a:t>
            </a:r>
            <a:endParaRPr lang="en-US" sz="1400" dirty="0"/>
          </a:p>
        </p:txBody>
      </p:sp>
      <p:pic>
        <p:nvPicPr>
          <p:cNvPr id="8" name="arrow" descr="preencoded.png">    </p:cNvPr>
          <p:cNvPicPr>
            <a:picLocks noChangeAspect="1"/>
          </p:cNvPicPr>
          <p:nvPr/>
        </p:nvPicPr>
        <p:blipFill>
          <a:blip r:embed="rId1"/>
          <a:stretch>
            <a:fillRect/>
          </a:stretch>
        </p:blipFill>
        <p:spPr>
          <a:xfrm>
            <a:off x="1947672" y="2103120"/>
            <a:ext cx="164592" cy="164592"/>
          </a:xfrm>
          <a:prstGeom prst="rect">
            <a:avLst/>
          </a:prstGeom>
        </p:spPr>
      </p:pic>
      <p:sp>
        <p:nvSpPr>
          <p:cNvPr id="9" name="card"/>
          <p:cNvSpPr/>
          <p:nvPr/>
        </p:nvSpPr>
        <p:spPr>
          <a:xfrm>
            <a:off x="2139696" y="1097280"/>
            <a:ext cx="1463040" cy="2240280"/>
          </a:xfrm>
          <a:prstGeom prst="roundRect">
            <a:avLst>
              <a:gd name="adj" fmla="val 7500"/>
            </a:avLst>
          </a:prstGeom>
          <a:solidFill>
            <a:schemeClr val="bg2"/>
          </a:solidFill>
          <a:ln w="12700">
            <a:solidFill>
              <a:schemeClr val="bg2"/>
            </a:solidFill>
            <a:prstDash val="solid"/>
          </a:ln>
        </p:spPr>
      </p:sp>
      <p:sp>
        <p:nvSpPr>
          <p:cNvPr id="10" name="step number"/>
          <p:cNvSpPr/>
          <p:nvPr/>
        </p:nvSpPr>
        <p:spPr>
          <a:xfrm>
            <a:off x="2615184" y="1234440"/>
            <a:ext cx="502920" cy="502920"/>
          </a:xfrm>
          <a:prstGeom prst="ellipse">
            <a:avLst/>
          </a:prstGeom>
          <a:solidFill>
            <a:schemeClr val="accent2"/>
          </a:solidFill>
          <a:ln w="12700">
            <a:solidFill>
              <a:schemeClr val="accent2"/>
            </a:solidFill>
            <a:prstDash val="solid"/>
          </a:ln>
        </p:spPr>
      </p:sp>
      <p:sp>
        <p:nvSpPr>
          <p:cNvPr id="11" name="Text 8"/>
          <p:cNvSpPr txBox="1"/>
          <p:nvPr/>
        </p:nvSpPr>
        <p:spPr>
          <a:xfrm>
            <a:off x="2615184" y="12344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9"/>
          <p:cNvSpPr txBox="1"/>
          <p:nvPr/>
        </p:nvSpPr>
        <p:spPr>
          <a:xfrm>
            <a:off x="2185416" y="1828800"/>
            <a:ext cx="1371600" cy="365760"/>
          </a:xfrm>
          <a:prstGeom prst="rect">
            <a:avLst/>
          </a:prstGeom>
          <a:noFill/>
          <a:ln/>
        </p:spPr>
        <p:txBody>
          <a:bodyPr wrap="square" lIns="0" tIns="0" rIns="0" bIns="0" rtlCol="0" anchor="t"/>
          <a:lstStyle/>
          <a:p>
            <a:pPr algn="ctr" indent="0" marL="0">
              <a:buNone/>
            </a:pPr>
            <a:r>
              <a:rPr lang="en-US" sz="1600" b="1" dirty="0">
                <a:solidFill>
                  <a:schemeClr val="tx2"/>
                </a:solidFill>
              </a:rPr>
              <a:t>Then,</a:t>
            </a:r>
            <a:endParaRPr lang="en-US" sz="1600" dirty="0"/>
          </a:p>
        </p:txBody>
      </p:sp>
      <p:sp>
        <p:nvSpPr>
          <p:cNvPr id="13" name="Text 10"/>
          <p:cNvSpPr txBox="1"/>
          <p:nvPr/>
        </p:nvSpPr>
        <p:spPr>
          <a:xfrm>
            <a:off x="2231136" y="2240280"/>
            <a:ext cx="1280160" cy="1005840"/>
          </a:xfrm>
          <a:prstGeom prst="rect">
            <a:avLst/>
          </a:prstGeom>
          <a:noFill/>
          <a:ln/>
        </p:spPr>
        <p:txBody>
          <a:bodyPr wrap="square" lIns="0" tIns="0" rIns="0" bIns="0" rtlCol="0" anchor="t"/>
          <a:lstStyle/>
          <a:p>
            <a:pPr algn="ctr" indent="0" marL="0">
              <a:buNone/>
            </a:pPr>
            <a:r>
              <a:rPr lang="en-US" sz="1400" i="1" dirty="0">
                <a:solidFill>
                  <a:schemeClr val="tx1"/>
                </a:solidFill>
              </a:rPr>
              <a:t>I took the bus.</a:t>
            </a:r>
            <a:endParaRPr lang="en-US" sz="1400" dirty="0"/>
          </a:p>
        </p:txBody>
      </p:sp>
      <p:pic>
        <p:nvPicPr>
          <p:cNvPr id="14" name="arrow" descr="preencoded.png">    </p:cNvPr>
          <p:cNvPicPr>
            <a:picLocks noChangeAspect="1"/>
          </p:cNvPicPr>
          <p:nvPr/>
        </p:nvPicPr>
        <p:blipFill>
          <a:blip r:embed="rId2"/>
          <a:stretch>
            <a:fillRect/>
          </a:stretch>
        </p:blipFill>
        <p:spPr>
          <a:xfrm>
            <a:off x="3630168" y="2103120"/>
            <a:ext cx="164592" cy="164592"/>
          </a:xfrm>
          <a:prstGeom prst="rect">
            <a:avLst/>
          </a:prstGeom>
        </p:spPr>
      </p:pic>
      <p:sp>
        <p:nvSpPr>
          <p:cNvPr id="15" name="card"/>
          <p:cNvSpPr/>
          <p:nvPr/>
        </p:nvSpPr>
        <p:spPr>
          <a:xfrm>
            <a:off x="3822192" y="1097280"/>
            <a:ext cx="1463040" cy="2240280"/>
          </a:xfrm>
          <a:prstGeom prst="roundRect">
            <a:avLst>
              <a:gd name="adj" fmla="val 7500"/>
            </a:avLst>
          </a:prstGeom>
          <a:solidFill>
            <a:schemeClr val="bg2"/>
          </a:solidFill>
          <a:ln w="12700">
            <a:solidFill>
              <a:schemeClr val="bg2"/>
            </a:solidFill>
            <a:prstDash val="solid"/>
          </a:ln>
        </p:spPr>
      </p:sp>
      <p:sp>
        <p:nvSpPr>
          <p:cNvPr id="16" name="step number"/>
          <p:cNvSpPr/>
          <p:nvPr/>
        </p:nvSpPr>
        <p:spPr>
          <a:xfrm>
            <a:off x="4297680" y="1234440"/>
            <a:ext cx="502920" cy="502920"/>
          </a:xfrm>
          <a:prstGeom prst="ellipse">
            <a:avLst/>
          </a:prstGeom>
          <a:solidFill>
            <a:schemeClr val="accent3"/>
          </a:solidFill>
          <a:ln w="12700">
            <a:solidFill>
              <a:schemeClr val="accent3"/>
            </a:solidFill>
            <a:prstDash val="solid"/>
          </a:ln>
        </p:spPr>
      </p:sp>
      <p:sp>
        <p:nvSpPr>
          <p:cNvPr id="17" name="Text 13"/>
          <p:cNvSpPr txBox="1"/>
          <p:nvPr/>
        </p:nvSpPr>
        <p:spPr>
          <a:xfrm>
            <a:off x="4297680" y="12344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8" name="Text 14"/>
          <p:cNvSpPr txBox="1"/>
          <p:nvPr/>
        </p:nvSpPr>
        <p:spPr>
          <a:xfrm>
            <a:off x="3867912" y="1828800"/>
            <a:ext cx="1371600" cy="365760"/>
          </a:xfrm>
          <a:prstGeom prst="rect">
            <a:avLst/>
          </a:prstGeom>
          <a:noFill/>
          <a:ln/>
        </p:spPr>
        <p:txBody>
          <a:bodyPr wrap="square" lIns="0" tIns="0" rIns="0" bIns="0" rtlCol="0" anchor="t"/>
          <a:lstStyle/>
          <a:p>
            <a:pPr algn="ctr" indent="0" marL="0">
              <a:buNone/>
            </a:pPr>
            <a:r>
              <a:rPr lang="en-US" sz="1600" b="1" dirty="0">
                <a:solidFill>
                  <a:schemeClr val="tx2"/>
                </a:solidFill>
              </a:rPr>
              <a:t>After that,</a:t>
            </a:r>
            <a:endParaRPr lang="en-US" sz="1600" dirty="0"/>
          </a:p>
        </p:txBody>
      </p:sp>
      <p:sp>
        <p:nvSpPr>
          <p:cNvPr id="19" name="Text 15"/>
          <p:cNvSpPr txBox="1"/>
          <p:nvPr/>
        </p:nvSpPr>
        <p:spPr>
          <a:xfrm>
            <a:off x="3913632" y="2240280"/>
            <a:ext cx="1280160" cy="1005840"/>
          </a:xfrm>
          <a:prstGeom prst="rect">
            <a:avLst/>
          </a:prstGeom>
          <a:noFill/>
          <a:ln/>
        </p:spPr>
        <p:txBody>
          <a:bodyPr wrap="square" lIns="0" tIns="0" rIns="0" bIns="0" rtlCol="0" anchor="t"/>
          <a:lstStyle/>
          <a:p>
            <a:pPr algn="ctr" indent="0" marL="0">
              <a:buNone/>
            </a:pPr>
            <a:r>
              <a:rPr lang="en-US" sz="1400" i="1" dirty="0">
                <a:solidFill>
                  <a:schemeClr val="tx1"/>
                </a:solidFill>
              </a:rPr>
              <a:t>I met my friends.</a:t>
            </a:r>
            <a:endParaRPr lang="en-US" sz="1400" dirty="0"/>
          </a:p>
        </p:txBody>
      </p:sp>
      <p:pic>
        <p:nvPicPr>
          <p:cNvPr id="20" name="arrow" descr="preencoded.png">    </p:cNvPr>
          <p:cNvPicPr>
            <a:picLocks noChangeAspect="1"/>
          </p:cNvPicPr>
          <p:nvPr/>
        </p:nvPicPr>
        <p:blipFill>
          <a:blip r:embed="rId3"/>
          <a:stretch>
            <a:fillRect/>
          </a:stretch>
        </p:blipFill>
        <p:spPr>
          <a:xfrm>
            <a:off x="5312664" y="2103120"/>
            <a:ext cx="164592" cy="164592"/>
          </a:xfrm>
          <a:prstGeom prst="rect">
            <a:avLst/>
          </a:prstGeom>
        </p:spPr>
      </p:pic>
      <p:sp>
        <p:nvSpPr>
          <p:cNvPr id="21" name="card"/>
          <p:cNvSpPr/>
          <p:nvPr/>
        </p:nvSpPr>
        <p:spPr>
          <a:xfrm>
            <a:off x="5504688" y="1097280"/>
            <a:ext cx="1463040" cy="2240280"/>
          </a:xfrm>
          <a:prstGeom prst="roundRect">
            <a:avLst>
              <a:gd name="adj" fmla="val 7500"/>
            </a:avLst>
          </a:prstGeom>
          <a:solidFill>
            <a:schemeClr val="bg2"/>
          </a:solidFill>
          <a:ln w="12700">
            <a:solidFill>
              <a:schemeClr val="bg2"/>
            </a:solidFill>
            <a:prstDash val="solid"/>
          </a:ln>
        </p:spPr>
      </p:sp>
      <p:sp>
        <p:nvSpPr>
          <p:cNvPr id="22" name="step number"/>
          <p:cNvSpPr/>
          <p:nvPr/>
        </p:nvSpPr>
        <p:spPr>
          <a:xfrm>
            <a:off x="5980176" y="1234440"/>
            <a:ext cx="502920" cy="502920"/>
          </a:xfrm>
          <a:prstGeom prst="ellipse">
            <a:avLst/>
          </a:prstGeom>
          <a:solidFill>
            <a:schemeClr val="accent4"/>
          </a:solidFill>
          <a:ln w="12700">
            <a:solidFill>
              <a:schemeClr val="accent4"/>
            </a:solidFill>
            <a:prstDash val="solid"/>
          </a:ln>
        </p:spPr>
      </p:sp>
      <p:sp>
        <p:nvSpPr>
          <p:cNvPr id="23" name="Text 18"/>
          <p:cNvSpPr txBox="1"/>
          <p:nvPr/>
        </p:nvSpPr>
        <p:spPr>
          <a:xfrm>
            <a:off x="5980176" y="12344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4" name="Text 19"/>
          <p:cNvSpPr txBox="1"/>
          <p:nvPr/>
        </p:nvSpPr>
        <p:spPr>
          <a:xfrm>
            <a:off x="5550408" y="1828800"/>
            <a:ext cx="1371600" cy="365760"/>
          </a:xfrm>
          <a:prstGeom prst="rect">
            <a:avLst/>
          </a:prstGeom>
          <a:noFill/>
          <a:ln/>
        </p:spPr>
        <p:txBody>
          <a:bodyPr wrap="square" lIns="0" tIns="0" rIns="0" bIns="0" rtlCol="0" anchor="t"/>
          <a:lstStyle/>
          <a:p>
            <a:pPr algn="ctr" indent="0" marL="0">
              <a:buNone/>
            </a:pPr>
            <a:r>
              <a:rPr lang="en-US" sz="1600" b="1" dirty="0">
                <a:solidFill>
                  <a:schemeClr val="tx2"/>
                </a:solidFill>
              </a:rPr>
              <a:t>Suddenly,</a:t>
            </a:r>
            <a:endParaRPr lang="en-US" sz="1600" dirty="0"/>
          </a:p>
        </p:txBody>
      </p:sp>
      <p:sp>
        <p:nvSpPr>
          <p:cNvPr id="25" name="Text 20"/>
          <p:cNvSpPr txBox="1"/>
          <p:nvPr/>
        </p:nvSpPr>
        <p:spPr>
          <a:xfrm>
            <a:off x="5596128" y="2240280"/>
            <a:ext cx="1280160" cy="1005840"/>
          </a:xfrm>
          <a:prstGeom prst="rect">
            <a:avLst/>
          </a:prstGeom>
          <a:noFill/>
          <a:ln/>
        </p:spPr>
        <p:txBody>
          <a:bodyPr wrap="square" lIns="0" tIns="0" rIns="0" bIns="0" rtlCol="0" anchor="t"/>
          <a:lstStyle/>
          <a:p>
            <a:pPr algn="ctr" indent="0" marL="0">
              <a:buNone/>
            </a:pPr>
            <a:r>
              <a:rPr lang="en-US" sz="1400" i="1" dirty="0">
                <a:solidFill>
                  <a:schemeClr val="tx1"/>
                </a:solidFill>
              </a:rPr>
              <a:t>it started to rain!</a:t>
            </a:r>
            <a:endParaRPr lang="en-US" sz="1400" dirty="0"/>
          </a:p>
        </p:txBody>
      </p:sp>
      <p:pic>
        <p:nvPicPr>
          <p:cNvPr id="26" name="arrow" descr="preencoded.png">    </p:cNvPr>
          <p:cNvPicPr>
            <a:picLocks noChangeAspect="1"/>
          </p:cNvPicPr>
          <p:nvPr/>
        </p:nvPicPr>
        <p:blipFill>
          <a:blip r:embed="rId4"/>
          <a:stretch>
            <a:fillRect/>
          </a:stretch>
        </p:blipFill>
        <p:spPr>
          <a:xfrm>
            <a:off x="6995160" y="2103120"/>
            <a:ext cx="164592" cy="164592"/>
          </a:xfrm>
          <a:prstGeom prst="rect">
            <a:avLst/>
          </a:prstGeom>
        </p:spPr>
      </p:pic>
      <p:sp>
        <p:nvSpPr>
          <p:cNvPr id="27" name="card"/>
          <p:cNvSpPr/>
          <p:nvPr/>
        </p:nvSpPr>
        <p:spPr>
          <a:xfrm>
            <a:off x="7187184" y="1097280"/>
            <a:ext cx="1463040" cy="2240280"/>
          </a:xfrm>
          <a:prstGeom prst="roundRect">
            <a:avLst>
              <a:gd name="adj" fmla="val 7500"/>
            </a:avLst>
          </a:prstGeom>
          <a:solidFill>
            <a:schemeClr val="bg2"/>
          </a:solidFill>
          <a:ln w="12700">
            <a:solidFill>
              <a:schemeClr val="bg2"/>
            </a:solidFill>
            <a:prstDash val="solid"/>
          </a:ln>
        </p:spPr>
      </p:sp>
      <p:sp>
        <p:nvSpPr>
          <p:cNvPr id="28" name="step number"/>
          <p:cNvSpPr/>
          <p:nvPr/>
        </p:nvSpPr>
        <p:spPr>
          <a:xfrm>
            <a:off x="7662672" y="1234440"/>
            <a:ext cx="502920" cy="502920"/>
          </a:xfrm>
          <a:prstGeom prst="ellipse">
            <a:avLst/>
          </a:prstGeom>
          <a:solidFill>
            <a:schemeClr val="accent5"/>
          </a:solidFill>
          <a:ln w="12700">
            <a:solidFill>
              <a:schemeClr val="accent5"/>
            </a:solidFill>
            <a:prstDash val="solid"/>
          </a:ln>
        </p:spPr>
      </p:sp>
      <p:sp>
        <p:nvSpPr>
          <p:cNvPr id="29" name="Text 23"/>
          <p:cNvSpPr txBox="1"/>
          <p:nvPr/>
        </p:nvSpPr>
        <p:spPr>
          <a:xfrm>
            <a:off x="7662672" y="12344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30" name="Text 24"/>
          <p:cNvSpPr txBox="1"/>
          <p:nvPr/>
        </p:nvSpPr>
        <p:spPr>
          <a:xfrm>
            <a:off x="7232904" y="1828800"/>
            <a:ext cx="1371600" cy="365760"/>
          </a:xfrm>
          <a:prstGeom prst="rect">
            <a:avLst/>
          </a:prstGeom>
          <a:noFill/>
          <a:ln/>
        </p:spPr>
        <p:txBody>
          <a:bodyPr wrap="square" lIns="0" tIns="0" rIns="0" bIns="0" rtlCol="0" anchor="t"/>
          <a:lstStyle/>
          <a:p>
            <a:pPr algn="ctr" indent="0" marL="0">
              <a:buNone/>
            </a:pPr>
            <a:r>
              <a:rPr lang="en-US" sz="1600" b="1" dirty="0">
                <a:solidFill>
                  <a:schemeClr val="tx2"/>
                </a:solidFill>
              </a:rPr>
              <a:t>Finally,</a:t>
            </a:r>
            <a:endParaRPr lang="en-US" sz="1600" dirty="0"/>
          </a:p>
        </p:txBody>
      </p:sp>
      <p:sp>
        <p:nvSpPr>
          <p:cNvPr id="31" name="Text 25"/>
          <p:cNvSpPr txBox="1"/>
          <p:nvPr/>
        </p:nvSpPr>
        <p:spPr>
          <a:xfrm>
            <a:off x="7278624" y="2240280"/>
            <a:ext cx="1280160" cy="1005840"/>
          </a:xfrm>
          <a:prstGeom prst="rect">
            <a:avLst/>
          </a:prstGeom>
          <a:noFill/>
          <a:ln/>
        </p:spPr>
        <p:txBody>
          <a:bodyPr wrap="square" lIns="0" tIns="0" rIns="0" bIns="0" rtlCol="0" anchor="t"/>
          <a:lstStyle/>
          <a:p>
            <a:pPr algn="ctr" indent="0" marL="0">
              <a:buNone/>
            </a:pPr>
            <a:r>
              <a:rPr lang="en-US" sz="1400" i="1" dirty="0">
                <a:solidFill>
                  <a:schemeClr val="tx1"/>
                </a:solidFill>
              </a:rPr>
              <a:t>we went home.</a:t>
            </a:r>
            <a:endParaRPr lang="en-US" sz="1400" dirty="0"/>
          </a:p>
        </p:txBody>
      </p:sp>
      <p:sp>
        <p:nvSpPr>
          <p:cNvPr id="32" name="card"/>
          <p:cNvSpPr/>
          <p:nvPr/>
        </p:nvSpPr>
        <p:spPr>
          <a:xfrm>
            <a:off x="457200" y="3566160"/>
            <a:ext cx="8229600" cy="1051560"/>
          </a:xfrm>
          <a:prstGeom prst="roundRect">
            <a:avLst>
              <a:gd name="adj" fmla="val 10435"/>
            </a:avLst>
          </a:prstGeom>
          <a:solidFill>
            <a:schemeClr val="tx2"/>
          </a:solidFill>
          <a:ln w="12700">
            <a:solidFill>
              <a:schemeClr val="tx2"/>
            </a:solidFill>
            <a:prstDash val="solid"/>
          </a:ln>
        </p:spPr>
      </p:sp>
      <p:sp>
        <p:nvSpPr>
          <p:cNvPr id="33" name="Text 27"/>
          <p:cNvSpPr txBox="1"/>
          <p:nvPr/>
        </p:nvSpPr>
        <p:spPr>
          <a:xfrm>
            <a:off x="685800" y="3566160"/>
            <a:ext cx="1737360" cy="1051560"/>
          </a:xfrm>
          <a:prstGeom prst="rect">
            <a:avLst/>
          </a:prstGeom>
          <a:noFill/>
          <a:ln/>
        </p:spPr>
        <p:txBody>
          <a:bodyPr wrap="square" lIns="0" tIns="0" rIns="0" bIns="0" rtlCol="0" anchor="ctr"/>
          <a:lstStyle/>
          <a:p>
            <a:pPr indent="0" marL="0">
              <a:buNone/>
            </a:pPr>
            <a:r>
              <a:rPr lang="en-US" sz="1600" b="1" dirty="0">
                <a:solidFill>
                  <a:schemeClr val="accent2"/>
                </a:solidFill>
              </a:rPr>
              <a:t>More words</a:t>
            </a:r>
            <a:endParaRPr lang="en-US" sz="1600" dirty="0"/>
          </a:p>
        </p:txBody>
      </p:sp>
      <p:sp>
        <p:nvSpPr>
          <p:cNvPr id="34" name="Text 28"/>
          <p:cNvSpPr txBox="1"/>
          <p:nvPr/>
        </p:nvSpPr>
        <p:spPr>
          <a:xfrm>
            <a:off x="2468880" y="3566160"/>
            <a:ext cx="6035040" cy="1051560"/>
          </a:xfrm>
          <a:prstGeom prst="rect">
            <a:avLst/>
          </a:prstGeom>
          <a:noFill/>
          <a:ln/>
        </p:spPr>
        <p:txBody>
          <a:bodyPr wrap="square" lIns="0" tIns="0" rIns="0" bIns="0" rtlCol="0" anchor="ctr"/>
          <a:lstStyle/>
          <a:p>
            <a:pPr indent="0" marL="0">
              <a:buNone/>
            </a:pPr>
            <a:r>
              <a:rPr lang="en-US" sz="1500" i="1" dirty="0">
                <a:solidFill>
                  <a:schemeClr val="bg1"/>
                </a:solidFill>
              </a:rPr>
              <a:t>at the beginning · next · later · in the end · one day · last summer · two days ago</a:t>
            </a:r>
            <a:endParaRPr lang="en-US" sz="1500" dirty="0"/>
          </a:p>
        </p:txBody>
      </p:sp>
      <p:sp>
        <p:nvSpPr>
          <p:cNvPr id="25" name="Slide Number Placeholder 0"/>
          <p:cNvSpPr>
            <a:spLocks noGrp="1"/>
          </p:cNvSpPr>
          <p:nvPr>
            <p:ph type="sldNum" sz="quarter" idx="4294967295"/>
          </p:nvPr>
        </p:nvSpPr>
        <p:spPr>
          <a:xfrm>
            <a:off x="832104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Feelings and Reactions</a:t>
            </a:r>
            <a:endParaRPr lang="en-US" sz="3000" dirty="0"/>
          </a:p>
        </p:txBody>
      </p:sp>
      <p:sp>
        <p:nvSpPr>
          <p:cNvPr id="3" name="card"/>
          <p:cNvSpPr/>
          <p:nvPr/>
        </p:nvSpPr>
        <p:spPr>
          <a:xfrm>
            <a:off x="457200" y="1097280"/>
            <a:ext cx="4206240" cy="3520440"/>
          </a:xfrm>
          <a:prstGeom prst="roundRect">
            <a:avLst>
              <a:gd name="adj" fmla="val 3117"/>
            </a:avLst>
          </a:prstGeom>
          <a:solidFill>
            <a:schemeClr val="bg2"/>
          </a:solidFill>
          <a:ln w="12700">
            <a:solidFill>
              <a:schemeClr val="bg2"/>
            </a:solidFill>
            <a:prstDash val="solid"/>
          </a:ln>
        </p:spPr>
      </p:sp>
      <p:sp>
        <p:nvSpPr>
          <p:cNvPr id="4" name="Text 2"/>
          <p:cNvSpPr txBox="1"/>
          <p:nvPr/>
        </p:nvSpPr>
        <p:spPr>
          <a:xfrm>
            <a:off x="685800" y="1280160"/>
            <a:ext cx="3749040" cy="365760"/>
          </a:xfrm>
          <a:prstGeom prst="rect">
            <a:avLst/>
          </a:prstGeom>
          <a:noFill/>
          <a:ln/>
        </p:spPr>
        <p:txBody>
          <a:bodyPr wrap="square" lIns="0" tIns="0" rIns="0" bIns="0" rtlCol="0" anchor="t"/>
          <a:lstStyle/>
          <a:p>
            <a:pPr indent="0" marL="0">
              <a:buNone/>
            </a:pPr>
            <a:r>
              <a:rPr lang="en-US" sz="1600" b="1" dirty="0">
                <a:solidFill>
                  <a:schemeClr val="tx2"/>
                </a:solidFill>
              </a:rPr>
              <a:t>How did you feel?</a:t>
            </a:r>
            <a:endParaRPr lang="en-US" sz="1600" dirty="0"/>
          </a:p>
        </p:txBody>
      </p:sp>
      <p:sp>
        <p:nvSpPr>
          <p:cNvPr id="5" name="card"/>
          <p:cNvSpPr/>
          <p:nvPr/>
        </p:nvSpPr>
        <p:spPr>
          <a:xfrm>
            <a:off x="685800" y="1783080"/>
            <a:ext cx="1783080" cy="530352"/>
          </a:xfrm>
          <a:prstGeom prst="roundRect">
            <a:avLst>
              <a:gd name="adj" fmla="val 20690"/>
            </a:avLst>
          </a:prstGeom>
          <a:solidFill>
            <a:schemeClr val="accent1"/>
          </a:solidFill>
          <a:ln w="12700">
            <a:solidFill>
              <a:schemeClr val="accent1"/>
            </a:solidFill>
            <a:prstDash val="solid"/>
          </a:ln>
        </p:spPr>
      </p:sp>
      <p:sp>
        <p:nvSpPr>
          <p:cNvPr id="6" name="Text 4"/>
          <p:cNvSpPr txBox="1"/>
          <p:nvPr/>
        </p:nvSpPr>
        <p:spPr>
          <a:xfrm>
            <a:off x="685800" y="1783080"/>
            <a:ext cx="1783080" cy="530352"/>
          </a:xfrm>
          <a:prstGeom prst="rect">
            <a:avLst/>
          </a:prstGeom>
          <a:noFill/>
          <a:ln/>
        </p:spPr>
        <p:txBody>
          <a:bodyPr wrap="square" lIns="0" tIns="0" rIns="0" bIns="0" rtlCol="0" anchor="ctr"/>
          <a:lstStyle/>
          <a:p>
            <a:pPr algn="ctr" indent="0" marL="0">
              <a:buNone/>
            </a:pPr>
            <a:r>
              <a:rPr lang="en-US" sz="1500" b="1" dirty="0">
                <a:solidFill>
                  <a:schemeClr val="bg1"/>
                </a:solidFill>
              </a:rPr>
              <a:t>I felt happy</a:t>
            </a:r>
            <a:endParaRPr lang="en-US" sz="1500" dirty="0"/>
          </a:p>
        </p:txBody>
      </p:sp>
      <p:sp>
        <p:nvSpPr>
          <p:cNvPr id="7" name="card"/>
          <p:cNvSpPr/>
          <p:nvPr/>
        </p:nvSpPr>
        <p:spPr>
          <a:xfrm>
            <a:off x="2606040" y="1783080"/>
            <a:ext cx="1783080" cy="530352"/>
          </a:xfrm>
          <a:prstGeom prst="roundRect">
            <a:avLst>
              <a:gd name="adj" fmla="val 20690"/>
            </a:avLst>
          </a:prstGeom>
          <a:solidFill>
            <a:schemeClr val="accent2"/>
          </a:solidFill>
          <a:ln w="12700">
            <a:solidFill>
              <a:schemeClr val="accent2"/>
            </a:solidFill>
            <a:prstDash val="solid"/>
          </a:ln>
        </p:spPr>
      </p:sp>
      <p:sp>
        <p:nvSpPr>
          <p:cNvPr id="8" name="Text 6"/>
          <p:cNvSpPr txBox="1"/>
          <p:nvPr/>
        </p:nvSpPr>
        <p:spPr>
          <a:xfrm>
            <a:off x="2606040" y="1783080"/>
            <a:ext cx="1783080" cy="530352"/>
          </a:xfrm>
          <a:prstGeom prst="rect">
            <a:avLst/>
          </a:prstGeom>
          <a:noFill/>
          <a:ln/>
        </p:spPr>
        <p:txBody>
          <a:bodyPr wrap="square" lIns="0" tIns="0" rIns="0" bIns="0" rtlCol="0" anchor="ctr"/>
          <a:lstStyle/>
          <a:p>
            <a:pPr algn="ctr" indent="0" marL="0">
              <a:buNone/>
            </a:pPr>
            <a:r>
              <a:rPr lang="en-US" sz="1500" b="1" dirty="0">
                <a:solidFill>
                  <a:schemeClr val="bg1"/>
                </a:solidFill>
              </a:rPr>
              <a:t>I felt excited</a:t>
            </a:r>
            <a:endParaRPr lang="en-US" sz="1500" dirty="0"/>
          </a:p>
        </p:txBody>
      </p:sp>
      <p:sp>
        <p:nvSpPr>
          <p:cNvPr id="9" name="card"/>
          <p:cNvSpPr/>
          <p:nvPr/>
        </p:nvSpPr>
        <p:spPr>
          <a:xfrm>
            <a:off x="685800" y="2441448"/>
            <a:ext cx="1783080" cy="530352"/>
          </a:xfrm>
          <a:prstGeom prst="roundRect">
            <a:avLst>
              <a:gd name="adj" fmla="val 20690"/>
            </a:avLst>
          </a:prstGeom>
          <a:solidFill>
            <a:schemeClr val="accent3"/>
          </a:solidFill>
          <a:ln w="12700">
            <a:solidFill>
              <a:schemeClr val="accent3"/>
            </a:solidFill>
            <a:prstDash val="solid"/>
          </a:ln>
        </p:spPr>
      </p:sp>
      <p:sp>
        <p:nvSpPr>
          <p:cNvPr id="10" name="Text 8"/>
          <p:cNvSpPr txBox="1"/>
          <p:nvPr/>
        </p:nvSpPr>
        <p:spPr>
          <a:xfrm>
            <a:off x="685800" y="2441448"/>
            <a:ext cx="1783080" cy="530352"/>
          </a:xfrm>
          <a:prstGeom prst="rect">
            <a:avLst/>
          </a:prstGeom>
          <a:noFill/>
          <a:ln/>
        </p:spPr>
        <p:txBody>
          <a:bodyPr wrap="square" lIns="0" tIns="0" rIns="0" bIns="0" rtlCol="0" anchor="ctr"/>
          <a:lstStyle/>
          <a:p>
            <a:pPr algn="ctr" indent="0" marL="0">
              <a:buNone/>
            </a:pPr>
            <a:r>
              <a:rPr lang="en-US" sz="1500" b="1" dirty="0">
                <a:solidFill>
                  <a:schemeClr val="bg1"/>
                </a:solidFill>
              </a:rPr>
              <a:t>I felt scared</a:t>
            </a:r>
            <a:endParaRPr lang="en-US" sz="1500" dirty="0"/>
          </a:p>
        </p:txBody>
      </p:sp>
      <p:sp>
        <p:nvSpPr>
          <p:cNvPr id="11" name="card"/>
          <p:cNvSpPr/>
          <p:nvPr/>
        </p:nvSpPr>
        <p:spPr>
          <a:xfrm>
            <a:off x="2606040" y="2441448"/>
            <a:ext cx="1783080" cy="530352"/>
          </a:xfrm>
          <a:prstGeom prst="roundRect">
            <a:avLst>
              <a:gd name="adj" fmla="val 20690"/>
            </a:avLst>
          </a:prstGeom>
          <a:solidFill>
            <a:schemeClr val="accent4"/>
          </a:solidFill>
          <a:ln w="12700">
            <a:solidFill>
              <a:schemeClr val="accent4"/>
            </a:solidFill>
            <a:prstDash val="solid"/>
          </a:ln>
        </p:spPr>
      </p:sp>
      <p:sp>
        <p:nvSpPr>
          <p:cNvPr id="12" name="Text 10"/>
          <p:cNvSpPr txBox="1"/>
          <p:nvPr/>
        </p:nvSpPr>
        <p:spPr>
          <a:xfrm>
            <a:off x="2606040" y="2441448"/>
            <a:ext cx="1783080" cy="530352"/>
          </a:xfrm>
          <a:prstGeom prst="rect">
            <a:avLst/>
          </a:prstGeom>
          <a:noFill/>
          <a:ln/>
        </p:spPr>
        <p:txBody>
          <a:bodyPr wrap="square" lIns="0" tIns="0" rIns="0" bIns="0" rtlCol="0" anchor="ctr"/>
          <a:lstStyle/>
          <a:p>
            <a:pPr algn="ctr" indent="0" marL="0">
              <a:buNone/>
            </a:pPr>
            <a:r>
              <a:rPr lang="en-US" sz="1500" b="1" dirty="0">
                <a:solidFill>
                  <a:schemeClr val="bg1"/>
                </a:solidFill>
              </a:rPr>
              <a:t>I felt surprised</a:t>
            </a:r>
            <a:endParaRPr lang="en-US" sz="1500" dirty="0"/>
          </a:p>
        </p:txBody>
      </p:sp>
      <p:sp>
        <p:nvSpPr>
          <p:cNvPr id="13" name="card"/>
          <p:cNvSpPr/>
          <p:nvPr/>
        </p:nvSpPr>
        <p:spPr>
          <a:xfrm>
            <a:off x="685800" y="3099816"/>
            <a:ext cx="1783080" cy="530352"/>
          </a:xfrm>
          <a:prstGeom prst="roundRect">
            <a:avLst>
              <a:gd name="adj" fmla="val 20690"/>
            </a:avLst>
          </a:prstGeom>
          <a:solidFill>
            <a:schemeClr val="accent5"/>
          </a:solidFill>
          <a:ln w="12700">
            <a:solidFill>
              <a:schemeClr val="accent5"/>
            </a:solidFill>
            <a:prstDash val="solid"/>
          </a:ln>
        </p:spPr>
      </p:sp>
      <p:sp>
        <p:nvSpPr>
          <p:cNvPr id="14" name="Text 12"/>
          <p:cNvSpPr txBox="1"/>
          <p:nvPr/>
        </p:nvSpPr>
        <p:spPr>
          <a:xfrm>
            <a:off x="685800" y="3099816"/>
            <a:ext cx="1783080" cy="530352"/>
          </a:xfrm>
          <a:prstGeom prst="rect">
            <a:avLst/>
          </a:prstGeom>
          <a:noFill/>
          <a:ln/>
        </p:spPr>
        <p:txBody>
          <a:bodyPr wrap="square" lIns="0" tIns="0" rIns="0" bIns="0" rtlCol="0" anchor="ctr"/>
          <a:lstStyle/>
          <a:p>
            <a:pPr algn="ctr" indent="0" marL="0">
              <a:buNone/>
            </a:pPr>
            <a:r>
              <a:rPr lang="en-US" sz="1500" b="1" dirty="0">
                <a:solidFill>
                  <a:schemeClr val="bg1"/>
                </a:solidFill>
              </a:rPr>
              <a:t>I felt tired</a:t>
            </a:r>
            <a:endParaRPr lang="en-US" sz="1500" dirty="0"/>
          </a:p>
        </p:txBody>
      </p:sp>
      <p:sp>
        <p:nvSpPr>
          <p:cNvPr id="15" name="card"/>
          <p:cNvSpPr/>
          <p:nvPr/>
        </p:nvSpPr>
        <p:spPr>
          <a:xfrm>
            <a:off x="2606040" y="3099816"/>
            <a:ext cx="1783080" cy="530352"/>
          </a:xfrm>
          <a:prstGeom prst="roundRect">
            <a:avLst>
              <a:gd name="adj" fmla="val 20690"/>
            </a:avLst>
          </a:prstGeom>
          <a:solidFill>
            <a:schemeClr val="tx2"/>
          </a:solidFill>
          <a:ln w="12700">
            <a:solidFill>
              <a:schemeClr val="tx2"/>
            </a:solidFill>
            <a:prstDash val="solid"/>
          </a:ln>
        </p:spPr>
      </p:sp>
      <p:sp>
        <p:nvSpPr>
          <p:cNvPr id="16" name="Text 14"/>
          <p:cNvSpPr txBox="1"/>
          <p:nvPr/>
        </p:nvSpPr>
        <p:spPr>
          <a:xfrm>
            <a:off x="2606040" y="3099816"/>
            <a:ext cx="1783080" cy="530352"/>
          </a:xfrm>
          <a:prstGeom prst="rect">
            <a:avLst/>
          </a:prstGeom>
          <a:noFill/>
          <a:ln/>
        </p:spPr>
        <p:txBody>
          <a:bodyPr wrap="square" lIns="0" tIns="0" rIns="0" bIns="0" rtlCol="0" anchor="ctr"/>
          <a:lstStyle/>
          <a:p>
            <a:pPr algn="ctr" indent="0" marL="0">
              <a:buNone/>
            </a:pPr>
            <a:r>
              <a:rPr lang="en-US" sz="1500" b="1" dirty="0">
                <a:solidFill>
                  <a:schemeClr val="bg1"/>
                </a:solidFill>
              </a:rPr>
              <a:t>I felt proud</a:t>
            </a:r>
            <a:endParaRPr lang="en-US" sz="1500" dirty="0"/>
          </a:p>
        </p:txBody>
      </p:sp>
      <p:sp>
        <p:nvSpPr>
          <p:cNvPr id="17" name="Text 15"/>
          <p:cNvSpPr txBox="1"/>
          <p:nvPr/>
        </p:nvSpPr>
        <p:spPr>
          <a:xfrm>
            <a:off x="685800" y="3840480"/>
            <a:ext cx="3749040" cy="457200"/>
          </a:xfrm>
          <a:prstGeom prst="rect">
            <a:avLst/>
          </a:prstGeom>
          <a:noFill/>
          <a:ln/>
        </p:spPr>
        <p:txBody>
          <a:bodyPr wrap="square" lIns="0" tIns="0" rIns="0" bIns="0" rtlCol="0" anchor="ctr"/>
          <a:lstStyle/>
          <a:p>
            <a:pPr indent="0" marL="0">
              <a:buNone/>
            </a:pPr>
            <a:r>
              <a:rPr lang="en-US" sz="1400" i="1" dirty="0">
                <a:solidFill>
                  <a:schemeClr val="tx1"/>
                </a:solidFill>
              </a:rPr>
              <a:t>It was amazing! · It was terrible!</a:t>
            </a:r>
            <a:endParaRPr lang="en-US" sz="1400" dirty="0"/>
          </a:p>
        </p:txBody>
      </p:sp>
      <p:sp>
        <p:nvSpPr>
          <p:cNvPr id="18" name="card"/>
          <p:cNvSpPr/>
          <p:nvPr/>
        </p:nvSpPr>
        <p:spPr>
          <a:xfrm>
            <a:off x="4937760" y="1097280"/>
            <a:ext cx="3749040" cy="3520440"/>
          </a:xfrm>
          <a:prstGeom prst="roundRect">
            <a:avLst>
              <a:gd name="adj" fmla="val 3117"/>
            </a:avLst>
          </a:prstGeom>
          <a:solidFill>
            <a:schemeClr val="tx2"/>
          </a:solidFill>
          <a:ln w="12700">
            <a:solidFill>
              <a:schemeClr val="tx2"/>
            </a:solidFill>
            <a:prstDash val="solid"/>
          </a:ln>
        </p:spPr>
      </p:sp>
      <p:sp>
        <p:nvSpPr>
          <p:cNvPr id="19" name="Text 17"/>
          <p:cNvSpPr txBox="1"/>
          <p:nvPr/>
        </p:nvSpPr>
        <p:spPr>
          <a:xfrm>
            <a:off x="5166360" y="1280160"/>
            <a:ext cx="3291840" cy="365760"/>
          </a:xfrm>
          <a:prstGeom prst="rect">
            <a:avLst/>
          </a:prstGeom>
          <a:noFill/>
          <a:ln/>
        </p:spPr>
        <p:txBody>
          <a:bodyPr wrap="square" lIns="0" tIns="0" rIns="0" bIns="0" rtlCol="0" anchor="t"/>
          <a:lstStyle/>
          <a:p>
            <a:pPr indent="0" marL="0">
              <a:buNone/>
            </a:pPr>
            <a:r>
              <a:rPr lang="en-US" sz="1600" b="1" dirty="0">
                <a:solidFill>
                  <a:schemeClr val="accent2"/>
                </a:solidFill>
              </a:rPr>
              <a:t>Listener reactions</a:t>
            </a:r>
            <a:endParaRPr lang="en-US" sz="1600" dirty="0"/>
          </a:p>
        </p:txBody>
      </p:sp>
      <p:sp>
        <p:nvSpPr>
          <p:cNvPr id="20" name="icon circle"/>
          <p:cNvSpPr/>
          <p:nvPr/>
        </p:nvSpPr>
        <p:spPr>
          <a:xfrm>
            <a:off x="5166360" y="1783080"/>
            <a:ext cx="329184" cy="329184"/>
          </a:xfrm>
          <a:prstGeom prst="ellipse">
            <a:avLst/>
          </a:prstGeom>
          <a:solidFill>
            <a:schemeClr val="accent3"/>
          </a:solidFill>
          <a:ln w="12700">
            <a:solidFill>
              <a:schemeClr val="accent3"/>
            </a:solidFill>
            <a:prstDash val="solid"/>
          </a:ln>
        </p:spPr>
      </p:sp>
      <p:pic>
        <p:nvPicPr>
          <p:cNvPr id="21" name="icon" descr="preencoded.png">    </p:cNvPr>
          <p:cNvPicPr>
            <a:picLocks noChangeAspect="1"/>
          </p:cNvPicPr>
          <p:nvPr/>
        </p:nvPicPr>
        <p:blipFill>
          <a:blip r:embed="rId1"/>
          <a:stretch>
            <a:fillRect/>
          </a:stretch>
        </p:blipFill>
        <p:spPr>
          <a:xfrm>
            <a:off x="5255240" y="1871960"/>
            <a:ext cx="151425" cy="151425"/>
          </a:xfrm>
          <a:prstGeom prst="rect">
            <a:avLst/>
          </a:prstGeom>
        </p:spPr>
      </p:pic>
      <p:sp>
        <p:nvSpPr>
          <p:cNvPr id="22" name="Text 19"/>
          <p:cNvSpPr txBox="1"/>
          <p:nvPr/>
        </p:nvSpPr>
        <p:spPr>
          <a:xfrm>
            <a:off x="5623560" y="1783080"/>
            <a:ext cx="2926080" cy="329184"/>
          </a:xfrm>
          <a:prstGeom prst="rect">
            <a:avLst/>
          </a:prstGeom>
          <a:noFill/>
          <a:ln/>
        </p:spPr>
        <p:txBody>
          <a:bodyPr wrap="square" lIns="0" tIns="0" rIns="0" bIns="0" rtlCol="0" anchor="ctr"/>
          <a:lstStyle/>
          <a:p>
            <a:pPr indent="0" marL="0">
              <a:buNone/>
            </a:pPr>
            <a:r>
              <a:rPr lang="en-US" sz="1500" dirty="0">
                <a:solidFill>
                  <a:schemeClr val="bg1"/>
                </a:solidFill>
              </a:rPr>
              <a:t>Really?</a:t>
            </a:r>
            <a:endParaRPr lang="en-US" sz="1500" dirty="0"/>
          </a:p>
        </p:txBody>
      </p:sp>
      <p:sp>
        <p:nvSpPr>
          <p:cNvPr id="23" name="icon circle"/>
          <p:cNvSpPr/>
          <p:nvPr/>
        </p:nvSpPr>
        <p:spPr>
          <a:xfrm>
            <a:off x="5166360" y="2313432"/>
            <a:ext cx="329184" cy="329184"/>
          </a:xfrm>
          <a:prstGeom prst="ellipse">
            <a:avLst/>
          </a:prstGeom>
          <a:solidFill>
            <a:schemeClr val="accent3"/>
          </a:solidFill>
          <a:ln w="12700">
            <a:solidFill>
              <a:schemeClr val="accent3"/>
            </a:solidFill>
            <a:prstDash val="solid"/>
          </a:ln>
        </p:spPr>
      </p:sp>
      <p:pic>
        <p:nvPicPr>
          <p:cNvPr id="24" name="icon" descr="preencoded.png">    </p:cNvPr>
          <p:cNvPicPr>
            <a:picLocks noChangeAspect="1"/>
          </p:cNvPicPr>
          <p:nvPr/>
        </p:nvPicPr>
        <p:blipFill>
          <a:blip r:embed="rId2"/>
          <a:stretch>
            <a:fillRect/>
          </a:stretch>
        </p:blipFill>
        <p:spPr>
          <a:xfrm>
            <a:off x="5255240" y="2402312"/>
            <a:ext cx="151425" cy="151425"/>
          </a:xfrm>
          <a:prstGeom prst="rect">
            <a:avLst/>
          </a:prstGeom>
        </p:spPr>
      </p:pic>
      <p:sp>
        <p:nvSpPr>
          <p:cNvPr id="25" name="Text 21"/>
          <p:cNvSpPr txBox="1"/>
          <p:nvPr/>
        </p:nvSpPr>
        <p:spPr>
          <a:xfrm>
            <a:off x="5623560" y="2313432"/>
            <a:ext cx="2926080" cy="329184"/>
          </a:xfrm>
          <a:prstGeom prst="rect">
            <a:avLst/>
          </a:prstGeom>
          <a:noFill/>
          <a:ln/>
        </p:spPr>
        <p:txBody>
          <a:bodyPr wrap="square" lIns="0" tIns="0" rIns="0" bIns="0" rtlCol="0" anchor="ctr"/>
          <a:lstStyle/>
          <a:p>
            <a:pPr indent="0" marL="0">
              <a:buNone/>
            </a:pPr>
            <a:r>
              <a:rPr lang="en-US" sz="1500" dirty="0">
                <a:solidFill>
                  <a:schemeClr val="bg1"/>
                </a:solidFill>
              </a:rPr>
              <a:t>That sounds great!</a:t>
            </a:r>
            <a:endParaRPr lang="en-US" sz="1500" dirty="0"/>
          </a:p>
        </p:txBody>
      </p:sp>
      <p:sp>
        <p:nvSpPr>
          <p:cNvPr id="26" name="icon circle"/>
          <p:cNvSpPr/>
          <p:nvPr/>
        </p:nvSpPr>
        <p:spPr>
          <a:xfrm>
            <a:off x="5166360" y="2843784"/>
            <a:ext cx="329184" cy="329184"/>
          </a:xfrm>
          <a:prstGeom prst="ellipse">
            <a:avLst/>
          </a:prstGeom>
          <a:solidFill>
            <a:schemeClr val="accent3"/>
          </a:solidFill>
          <a:ln w="12700">
            <a:solidFill>
              <a:schemeClr val="accent3"/>
            </a:solidFill>
            <a:prstDash val="solid"/>
          </a:ln>
        </p:spPr>
      </p:sp>
      <p:pic>
        <p:nvPicPr>
          <p:cNvPr id="27" name="icon" descr="preencoded.png">    </p:cNvPr>
          <p:cNvPicPr>
            <a:picLocks noChangeAspect="1"/>
          </p:cNvPicPr>
          <p:nvPr/>
        </p:nvPicPr>
        <p:blipFill>
          <a:blip r:embed="rId3"/>
          <a:stretch>
            <a:fillRect/>
          </a:stretch>
        </p:blipFill>
        <p:spPr>
          <a:xfrm>
            <a:off x="5255240" y="2932664"/>
            <a:ext cx="151425" cy="151425"/>
          </a:xfrm>
          <a:prstGeom prst="rect">
            <a:avLst/>
          </a:prstGeom>
        </p:spPr>
      </p:pic>
      <p:sp>
        <p:nvSpPr>
          <p:cNvPr id="28" name="Text 23"/>
          <p:cNvSpPr txBox="1"/>
          <p:nvPr/>
        </p:nvSpPr>
        <p:spPr>
          <a:xfrm>
            <a:off x="5623560" y="2843784"/>
            <a:ext cx="2926080" cy="329184"/>
          </a:xfrm>
          <a:prstGeom prst="rect">
            <a:avLst/>
          </a:prstGeom>
          <a:noFill/>
          <a:ln/>
        </p:spPr>
        <p:txBody>
          <a:bodyPr wrap="square" lIns="0" tIns="0" rIns="0" bIns="0" rtlCol="0" anchor="ctr"/>
          <a:lstStyle/>
          <a:p>
            <a:pPr indent="0" marL="0">
              <a:buNone/>
            </a:pPr>
            <a:r>
              <a:rPr lang="en-US" sz="1500" dirty="0">
                <a:solidFill>
                  <a:schemeClr val="bg1"/>
                </a:solidFill>
              </a:rPr>
              <a:t>What happened next?</a:t>
            </a:r>
            <a:endParaRPr lang="en-US" sz="1500" dirty="0"/>
          </a:p>
        </p:txBody>
      </p:sp>
      <p:sp>
        <p:nvSpPr>
          <p:cNvPr id="29" name="icon circle"/>
          <p:cNvSpPr/>
          <p:nvPr/>
        </p:nvSpPr>
        <p:spPr>
          <a:xfrm>
            <a:off x="5166360" y="3374136"/>
            <a:ext cx="329184" cy="329184"/>
          </a:xfrm>
          <a:prstGeom prst="ellipse">
            <a:avLst/>
          </a:prstGeom>
          <a:solidFill>
            <a:schemeClr val="accent3"/>
          </a:solidFill>
          <a:ln w="12700">
            <a:solidFill>
              <a:schemeClr val="accent3"/>
            </a:solidFill>
            <a:prstDash val="solid"/>
          </a:ln>
        </p:spPr>
      </p:sp>
      <p:pic>
        <p:nvPicPr>
          <p:cNvPr id="30" name="icon" descr="preencoded.png">    </p:cNvPr>
          <p:cNvPicPr>
            <a:picLocks noChangeAspect="1"/>
          </p:cNvPicPr>
          <p:nvPr/>
        </p:nvPicPr>
        <p:blipFill>
          <a:blip r:embed="rId4"/>
          <a:stretch>
            <a:fillRect/>
          </a:stretch>
        </p:blipFill>
        <p:spPr>
          <a:xfrm>
            <a:off x="5255240" y="3463016"/>
            <a:ext cx="151425" cy="151425"/>
          </a:xfrm>
          <a:prstGeom prst="rect">
            <a:avLst/>
          </a:prstGeom>
        </p:spPr>
      </p:pic>
      <p:sp>
        <p:nvSpPr>
          <p:cNvPr id="31" name="Text 25"/>
          <p:cNvSpPr txBox="1"/>
          <p:nvPr/>
        </p:nvSpPr>
        <p:spPr>
          <a:xfrm>
            <a:off x="5623560" y="3374136"/>
            <a:ext cx="2926080" cy="329184"/>
          </a:xfrm>
          <a:prstGeom prst="rect">
            <a:avLst/>
          </a:prstGeom>
          <a:noFill/>
          <a:ln/>
        </p:spPr>
        <p:txBody>
          <a:bodyPr wrap="square" lIns="0" tIns="0" rIns="0" bIns="0" rtlCol="0" anchor="ctr"/>
          <a:lstStyle/>
          <a:p>
            <a:pPr indent="0" marL="0">
              <a:buNone/>
            </a:pPr>
            <a:r>
              <a:rPr lang="en-US" sz="1500" dirty="0">
                <a:solidFill>
                  <a:schemeClr val="bg1"/>
                </a:solidFill>
              </a:rPr>
              <a:t>Oh no! Poor you!</a:t>
            </a:r>
            <a:endParaRPr lang="en-US" sz="1500" dirty="0"/>
          </a:p>
        </p:txBody>
      </p:sp>
      <p:sp>
        <p:nvSpPr>
          <p:cNvPr id="32" name="icon circle"/>
          <p:cNvSpPr/>
          <p:nvPr/>
        </p:nvSpPr>
        <p:spPr>
          <a:xfrm>
            <a:off x="5166360" y="3904488"/>
            <a:ext cx="329184" cy="329184"/>
          </a:xfrm>
          <a:prstGeom prst="ellipse">
            <a:avLst/>
          </a:prstGeom>
          <a:solidFill>
            <a:schemeClr val="accent3"/>
          </a:solidFill>
          <a:ln w="12700">
            <a:solidFill>
              <a:schemeClr val="accent3"/>
            </a:solidFill>
            <a:prstDash val="solid"/>
          </a:ln>
        </p:spPr>
      </p:sp>
      <p:pic>
        <p:nvPicPr>
          <p:cNvPr id="33" name="icon" descr="preencoded.png">    </p:cNvPr>
          <p:cNvPicPr>
            <a:picLocks noChangeAspect="1"/>
          </p:cNvPicPr>
          <p:nvPr/>
        </p:nvPicPr>
        <p:blipFill>
          <a:blip r:embed="rId5"/>
          <a:stretch>
            <a:fillRect/>
          </a:stretch>
        </p:blipFill>
        <p:spPr>
          <a:xfrm>
            <a:off x="5255240" y="3993368"/>
            <a:ext cx="151425" cy="151425"/>
          </a:xfrm>
          <a:prstGeom prst="rect">
            <a:avLst/>
          </a:prstGeom>
        </p:spPr>
      </p:pic>
      <p:sp>
        <p:nvSpPr>
          <p:cNvPr id="34" name="Text 27"/>
          <p:cNvSpPr txBox="1"/>
          <p:nvPr/>
        </p:nvSpPr>
        <p:spPr>
          <a:xfrm>
            <a:off x="5623560" y="3904488"/>
            <a:ext cx="2926080" cy="329184"/>
          </a:xfrm>
          <a:prstGeom prst="rect">
            <a:avLst/>
          </a:prstGeom>
          <a:noFill/>
          <a:ln/>
        </p:spPr>
        <p:txBody>
          <a:bodyPr wrap="square" lIns="0" tIns="0" rIns="0" bIns="0" rtlCol="0" anchor="ctr"/>
          <a:lstStyle/>
          <a:p>
            <a:pPr indent="0" marL="0">
              <a:buNone/>
            </a:pPr>
            <a:r>
              <a:rPr lang="en-US" sz="1500" dirty="0">
                <a:solidFill>
                  <a:schemeClr val="bg1"/>
                </a:solidFill>
              </a:rPr>
              <a:t>Lucky you!</a:t>
            </a:r>
            <a:endParaRPr lang="en-US" sz="1500" dirty="0"/>
          </a:p>
        </p:txBody>
      </p:sp>
      <p:sp>
        <p:nvSpPr>
          <p:cNvPr id="25" name="Slide Number Placeholder 0"/>
          <p:cNvSpPr>
            <a:spLocks noGrp="1"/>
          </p:cNvSpPr>
          <p:nvPr>
            <p:ph type="sldNum" sz="quarter" idx="4294967295"/>
          </p:nvPr>
        </p:nvSpPr>
        <p:spPr>
          <a:xfrm>
            <a:off x="832104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1234440"/>
            <a:ext cx="5486400" cy="457200"/>
          </a:xfrm>
          <a:prstGeom prst="rect">
            <a:avLst/>
          </a:prstGeom>
          <a:noFill/>
          <a:ln/>
        </p:spPr>
        <p:txBody>
          <a:bodyPr wrap="square" lIns="0" tIns="0" rIns="0" bIns="0" rtlCol="0"/>
          <a:lstStyle/>
          <a:p>
            <a:pPr indent="0" marL="0">
              <a:buNone/>
            </a:pPr>
            <a:r>
              <a:rPr lang="en-US" sz="1800" b="1" dirty="0">
                <a:solidFill>
                  <a:schemeClr val="tx2"/>
                </a:solidFill>
              </a:rPr>
              <a:t>PART 2</a:t>
            </a:r>
            <a:endParaRPr lang="en-US" sz="1800" dirty="0"/>
          </a:p>
        </p:txBody>
      </p:sp>
      <p:sp>
        <p:nvSpPr>
          <p:cNvPr id="3" name="Text 0"/>
          <p:cNvSpPr/>
          <p:nvPr>
            <p:ph idx="101" type="title" hasCustomPrompt="1"/>
          </p:nvPr>
        </p:nvSpPr>
        <p:spPr>
          <a:xfrm>
            <a:off x="548640" y="1691640"/>
            <a:ext cx="5669280" cy="1097280"/>
          </a:xfrm>
          <a:prstGeom prst="rect">
            <a:avLst/>
          </a:prstGeom>
          <a:noFill/>
          <a:ln/>
        </p:spPr>
        <p:txBody>
          <a:bodyPr wrap="square" lIns="0" tIns="0" rIns="0" bIns="0" rtlCol="0" anchor="t"/>
          <a:lstStyle/>
          <a:p>
            <a:pPr algn="l" indent="0" marL="0">
              <a:buNone/>
            </a:pPr>
            <a:r>
              <a:rPr lang="en-US" sz="4000" b="1" dirty="0">
                <a:solidFill>
                  <a:schemeClr val="bg1"/>
                </a:solidFill>
              </a:rPr>
              <a:t>A Model Story</a:t>
            </a:r>
            <a:endParaRPr lang="en-US" sz="4000" dirty="0"/>
          </a:p>
        </p:txBody>
      </p:sp>
      <p:sp>
        <p:nvSpPr>
          <p:cNvPr id="4" name="Text 0"/>
          <p:cNvSpPr/>
          <p:nvPr>
            <p:ph idx="102" type="body" hasCustomPrompt="1"/>
          </p:nvPr>
        </p:nvSpPr>
        <p:spPr>
          <a:xfrm>
            <a:off x="548640" y="2880360"/>
            <a:ext cx="5486400" cy="914400"/>
          </a:xfrm>
          <a:prstGeom prst="rect">
            <a:avLst/>
          </a:prstGeom>
          <a:noFill/>
          <a:ln/>
        </p:spPr>
        <p:txBody>
          <a:bodyPr wrap="square" lIns="0" tIns="0" rIns="0" bIns="0" rtlCol="0" anchor="t"/>
          <a:lstStyle/>
          <a:p>
            <a:pPr indent="0" marL="0">
              <a:buNone/>
            </a:pPr>
            <a:r>
              <a:rPr lang="en-US" sz="1800" dirty="0">
                <a:solidFill>
                  <a:schemeClr val="bg1"/>
                </a:solidFill>
              </a:rPr>
              <a:t>Listen, read and find the language</a:t>
            </a:r>
            <a:endParaRPr lang="en-US" sz="1800" dirty="0"/>
          </a:p>
        </p:txBody>
      </p:sp>
      <p:sp>
        <p:nvSpPr>
          <p:cNvPr id="5" name="divider circle"/>
          <p:cNvSpPr/>
          <p:nvPr/>
        </p:nvSpPr>
        <p:spPr>
          <a:xfrm>
            <a:off x="6400800" y="1417320"/>
            <a:ext cx="2194560" cy="2194560"/>
          </a:xfrm>
          <a:prstGeom prst="ellipse">
            <a:avLst/>
          </a:prstGeom>
          <a:solidFill>
            <a:schemeClr val="bg1"/>
          </a:solidFill>
          <a:ln w="12700">
            <a:solidFill>
              <a:schemeClr val="bg1"/>
            </a:solidFill>
            <a:prstDash val="solid"/>
          </a:ln>
        </p:spPr>
      </p:sp>
      <p:sp>
        <p:nvSpPr>
          <p:cNvPr id="6" name="divider inner"/>
          <p:cNvSpPr/>
          <p:nvPr/>
        </p:nvSpPr>
        <p:spPr>
          <a:xfrm>
            <a:off x="6629400" y="1645920"/>
            <a:ext cx="1737360" cy="1737360"/>
          </a:xfrm>
          <a:prstGeom prst="ellipse">
            <a:avLst/>
          </a:prstGeom>
          <a:solidFill>
            <a:schemeClr val="tx2"/>
          </a:solidFill>
          <a:ln w="12700">
            <a:solidFill>
              <a:schemeClr val="tx2"/>
            </a:solidFill>
            <a:prstDash val="solid"/>
          </a:ln>
        </p:spPr>
      </p:sp>
      <p:pic>
        <p:nvPicPr>
          <p:cNvPr id="7" name="divider icon" descr="preencoded.png">    </p:cNvPr>
          <p:cNvPicPr>
            <a:picLocks noChangeAspect="1"/>
          </p:cNvPicPr>
          <p:nvPr/>
        </p:nvPicPr>
        <p:blipFill>
          <a:blip r:embed="rId1"/>
          <a:stretch>
            <a:fillRect/>
          </a:stretch>
        </p:blipFill>
        <p:spPr>
          <a:xfrm>
            <a:off x="7040880" y="2057400"/>
            <a:ext cx="914400" cy="9144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Model: My Trip to Tipaza</a:t>
            </a:r>
            <a:endParaRPr lang="en-US" sz="3000" dirty="0"/>
          </a:p>
        </p:txBody>
      </p:sp>
      <p:sp>
        <p:nvSpPr>
          <p:cNvPr id="3" name="card"/>
          <p:cNvSpPr/>
          <p:nvPr/>
        </p:nvSpPr>
        <p:spPr>
          <a:xfrm>
            <a:off x="457200" y="1097280"/>
            <a:ext cx="5120640" cy="3520440"/>
          </a:xfrm>
          <a:prstGeom prst="roundRect">
            <a:avLst>
              <a:gd name="adj" fmla="val 3117"/>
            </a:avLst>
          </a:prstGeom>
          <a:solidFill>
            <a:schemeClr val="bg2"/>
          </a:solidFill>
          <a:ln w="12700">
            <a:solidFill>
              <a:schemeClr val="bg2"/>
            </a:solidFill>
            <a:prstDash val="solid"/>
          </a:ln>
        </p:spPr>
      </p:sp>
      <p:sp>
        <p:nvSpPr>
          <p:cNvPr id="4" name="icon circle"/>
          <p:cNvSpPr/>
          <p:nvPr/>
        </p:nvSpPr>
        <p:spPr>
          <a:xfrm>
            <a:off x="685800" y="1280160"/>
            <a:ext cx="502920" cy="502920"/>
          </a:xfrm>
          <a:prstGeom prst="ellipse">
            <a:avLst/>
          </a:prstGeom>
          <a:solidFill>
            <a:schemeClr val="accent1"/>
          </a:solidFill>
          <a:ln w="12700">
            <a:solidFill>
              <a:schemeClr val="accent1"/>
            </a:solidFill>
            <a:prstDash val="solid"/>
          </a:ln>
        </p:spPr>
      </p:sp>
      <p:pic>
        <p:nvPicPr>
          <p:cNvPr id="5" name="icon" descr="preencoded.png">    </p:cNvPr>
          <p:cNvPicPr>
            <a:picLocks noChangeAspect="1"/>
          </p:cNvPicPr>
          <p:nvPr/>
        </p:nvPicPr>
        <p:blipFill>
          <a:blip r:embed="rId1"/>
          <a:stretch>
            <a:fillRect/>
          </a:stretch>
        </p:blipFill>
        <p:spPr>
          <a:xfrm>
            <a:off x="821588" y="1415948"/>
            <a:ext cx="231343" cy="231343"/>
          </a:xfrm>
          <a:prstGeom prst="rect">
            <a:avLst/>
          </a:prstGeom>
        </p:spPr>
      </p:pic>
      <p:sp>
        <p:nvSpPr>
          <p:cNvPr id="6" name="Text 3"/>
          <p:cNvSpPr txBox="1"/>
          <p:nvPr/>
        </p:nvSpPr>
        <p:spPr>
          <a:xfrm>
            <a:off x="1325880" y="1280160"/>
            <a:ext cx="3931920" cy="502920"/>
          </a:xfrm>
          <a:prstGeom prst="rect">
            <a:avLst/>
          </a:prstGeom>
          <a:noFill/>
          <a:ln/>
        </p:spPr>
        <p:txBody>
          <a:bodyPr wrap="square" lIns="0" tIns="0" rIns="0" bIns="0" rtlCol="0" anchor="ctr"/>
          <a:lstStyle/>
          <a:p>
            <a:pPr indent="0" marL="0">
              <a:buNone/>
            </a:pPr>
            <a:r>
              <a:rPr lang="en-US" sz="1600" b="1" dirty="0">
                <a:solidFill>
                  <a:schemeClr val="tx2"/>
                </a:solidFill>
              </a:rPr>
              <a:t>Listen and read</a:t>
            </a:r>
            <a:endParaRPr lang="en-US" sz="1600" dirty="0"/>
          </a:p>
        </p:txBody>
      </p:sp>
      <p:sp>
        <p:nvSpPr>
          <p:cNvPr id="7" name="Text 4"/>
          <p:cNvSpPr txBox="1"/>
          <p:nvPr/>
        </p:nvSpPr>
        <p:spPr>
          <a:xfrm>
            <a:off x="685800" y="1965960"/>
            <a:ext cx="4663440" cy="2514600"/>
          </a:xfrm>
          <a:prstGeom prst="rect">
            <a:avLst/>
          </a:prstGeom>
          <a:noFill/>
          <a:ln/>
        </p:spPr>
        <p:txBody>
          <a:bodyPr wrap="square" lIns="0" tIns="0" rIns="0" bIns="0" rtlCol="0" anchor="t"/>
          <a:lstStyle/>
          <a:p>
            <a:pPr indent="0" marL="0">
              <a:lnSpc>
                <a:spcPct val="110000"/>
              </a:lnSpc>
              <a:buNone/>
            </a:pPr>
            <a:r>
              <a:rPr lang="en-US" sz="1500" i="1" dirty="0">
                <a:solidFill>
                  <a:schemeClr val="tx1"/>
                </a:solidFill>
              </a:rPr>
              <a:t>Last summer, I visited Tipaza with my family. First, we woke up very early and took the car. Then, we swam in the sea and ate grilled fish. After that, we visited the Roman ruins. Suddenly, my little brother got lost! We were scared. Finally, we found him near the museum. It was an unforgettable day!</a:t>
            </a:r>
            <a:endParaRPr lang="en-US" sz="1500" dirty="0"/>
          </a:p>
        </p:txBody>
      </p:sp>
      <p:sp>
        <p:nvSpPr>
          <p:cNvPr id="8" name="card"/>
          <p:cNvSpPr/>
          <p:nvPr/>
        </p:nvSpPr>
        <p:spPr>
          <a:xfrm>
            <a:off x="5806440" y="1097280"/>
            <a:ext cx="2880360" cy="3520440"/>
          </a:xfrm>
          <a:prstGeom prst="roundRect">
            <a:avLst>
              <a:gd name="adj" fmla="val 3810"/>
            </a:avLst>
          </a:prstGeom>
          <a:solidFill>
            <a:schemeClr val="tx2"/>
          </a:solidFill>
          <a:ln w="12700">
            <a:solidFill>
              <a:schemeClr val="tx2"/>
            </a:solidFill>
            <a:prstDash val="solid"/>
          </a:ln>
        </p:spPr>
      </p:sp>
      <p:sp>
        <p:nvSpPr>
          <p:cNvPr id="9" name="Text 6"/>
          <p:cNvSpPr txBox="1"/>
          <p:nvPr/>
        </p:nvSpPr>
        <p:spPr>
          <a:xfrm>
            <a:off x="6035040" y="1280160"/>
            <a:ext cx="2423160" cy="365760"/>
          </a:xfrm>
          <a:prstGeom prst="rect">
            <a:avLst/>
          </a:prstGeom>
          <a:noFill/>
          <a:ln/>
        </p:spPr>
        <p:txBody>
          <a:bodyPr wrap="square" lIns="0" tIns="0" rIns="0" bIns="0" rtlCol="0" anchor="t"/>
          <a:lstStyle/>
          <a:p>
            <a:pPr indent="0" marL="0">
              <a:buNone/>
            </a:pPr>
            <a:r>
              <a:rPr lang="en-US" sz="1600" b="1" dirty="0">
                <a:solidFill>
                  <a:schemeClr val="accent2"/>
                </a:solidFill>
              </a:rPr>
              <a:t>Find in the story</a:t>
            </a:r>
            <a:endParaRPr lang="en-US" sz="1600" dirty="0"/>
          </a:p>
        </p:txBody>
      </p:sp>
      <p:sp>
        <p:nvSpPr>
          <p:cNvPr id="10" name="Text 7"/>
          <p:cNvSpPr txBox="1"/>
          <p:nvPr/>
        </p:nvSpPr>
        <p:spPr>
          <a:xfrm>
            <a:off x="6035040" y="1737360"/>
            <a:ext cx="246888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All the past verbs</a:t>
            </a:r>
            <a:endParaRPr lang="en-US" sz="1400" dirty="0"/>
          </a:p>
          <a:p>
            <a:pPr marL="342900" indent="-342900">
              <a:spcAft>
                <a:spcPts val="600"/>
              </a:spcAft>
              <a:buSzPct val="100000"/>
              <a:buChar char="•"/>
            </a:pPr>
            <a:r>
              <a:rPr lang="en-US" sz="1400" dirty="0">
                <a:solidFill>
                  <a:schemeClr val="bg1"/>
                </a:solidFill>
              </a:rPr>
              <a:t>Regular or irregular?</a:t>
            </a:r>
            <a:endParaRPr lang="en-US" sz="1400" dirty="0"/>
          </a:p>
          <a:p>
            <a:pPr marL="342900" indent="-342900">
              <a:spcAft>
                <a:spcPts val="600"/>
              </a:spcAft>
              <a:buSzPct val="100000"/>
              <a:buChar char="•"/>
            </a:pPr>
            <a:r>
              <a:rPr lang="en-US" sz="1400" dirty="0">
                <a:solidFill>
                  <a:schemeClr val="bg1"/>
                </a:solidFill>
              </a:rPr>
              <a:t>5 sequencing words</a:t>
            </a:r>
            <a:endParaRPr lang="en-US" sz="1400" dirty="0"/>
          </a:p>
          <a:p>
            <a:pPr marL="342900" indent="-342900">
              <a:spcAft>
                <a:spcPts val="600"/>
              </a:spcAft>
              <a:buSzPct val="100000"/>
              <a:buChar char="•"/>
            </a:pPr>
            <a:r>
              <a:rPr lang="en-US" sz="1400" dirty="0">
                <a:solidFill>
                  <a:schemeClr val="bg1"/>
                </a:solidFill>
              </a:rPr>
              <a:t>1 feeling</a:t>
            </a:r>
            <a:endParaRPr lang="en-US" sz="1400" dirty="0"/>
          </a:p>
          <a:p>
            <a:pPr marL="342900" indent="-342900">
              <a:spcAft>
                <a:spcPts val="600"/>
              </a:spcAft>
              <a:buSzPct val="100000"/>
              <a:buChar char="•"/>
            </a:pPr>
            <a:r>
              <a:rPr lang="en-US" sz="1400" dirty="0">
                <a:solidFill>
                  <a:schemeClr val="bg1"/>
                </a:solidFill>
              </a:rPr>
              <a:t>When and where?</a:t>
            </a:r>
            <a:endParaRPr lang="en-US" sz="1400" dirty="0"/>
          </a:p>
        </p:txBody>
      </p:sp>
      <p:sp>
        <p:nvSpPr>
          <p:cNvPr id="25" name="Slide Number Placeholder 0"/>
          <p:cNvSpPr>
            <a:spLocks noGrp="1"/>
          </p:cNvSpPr>
          <p:nvPr>
            <p:ph type="sldNum" sz="quarter" idx="4294967295"/>
          </p:nvPr>
        </p:nvSpPr>
        <p:spPr>
          <a:xfrm>
            <a:off x="832104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Plan Your Story: Story Map</a:t>
            </a:r>
            <a:endParaRPr lang="en-US" sz="3000" dirty="0"/>
          </a:p>
        </p:txBody>
      </p:sp>
      <p:sp>
        <p:nvSpPr>
          <p:cNvPr id="3" name="card"/>
          <p:cNvSpPr/>
          <p:nvPr/>
        </p:nvSpPr>
        <p:spPr>
          <a:xfrm>
            <a:off x="457200" y="1097280"/>
            <a:ext cx="1463040" cy="2240280"/>
          </a:xfrm>
          <a:prstGeom prst="roundRect">
            <a:avLst>
              <a:gd name="adj" fmla="val 7500"/>
            </a:avLst>
          </a:prstGeom>
          <a:solidFill>
            <a:schemeClr val="bg2"/>
          </a:solidFill>
          <a:ln w="12700">
            <a:solidFill>
              <a:schemeClr val="bg2"/>
            </a:solidFill>
            <a:prstDash val="solid"/>
          </a:ln>
        </p:spPr>
      </p:sp>
      <p:sp>
        <p:nvSpPr>
          <p:cNvPr id="4" name="icon circle"/>
          <p:cNvSpPr/>
          <p:nvPr/>
        </p:nvSpPr>
        <p:spPr>
          <a:xfrm>
            <a:off x="914400" y="1280160"/>
            <a:ext cx="548640" cy="548640"/>
          </a:xfrm>
          <a:prstGeom prst="ellipse">
            <a:avLst/>
          </a:prstGeom>
          <a:solidFill>
            <a:schemeClr val="accent1"/>
          </a:solidFill>
          <a:ln w="12700">
            <a:solidFill>
              <a:schemeClr val="accent1"/>
            </a:solidFill>
            <a:prstDash val="solid"/>
          </a:ln>
        </p:spPr>
      </p:sp>
      <p:pic>
        <p:nvPicPr>
          <p:cNvPr id="5" name="icon" descr="preencoded.png">    </p:cNvPr>
          <p:cNvPicPr>
            <a:picLocks noChangeAspect="1"/>
          </p:cNvPicPr>
          <p:nvPr/>
        </p:nvPicPr>
        <p:blipFill>
          <a:blip r:embed="rId1"/>
          <a:stretch>
            <a:fillRect/>
          </a:stretch>
        </p:blipFill>
        <p:spPr>
          <a:xfrm>
            <a:off x="1062533" y="1428293"/>
            <a:ext cx="252374" cy="252374"/>
          </a:xfrm>
          <a:prstGeom prst="rect">
            <a:avLst/>
          </a:prstGeom>
        </p:spPr>
      </p:pic>
      <p:sp>
        <p:nvSpPr>
          <p:cNvPr id="6" name="Text 3"/>
          <p:cNvSpPr txBox="1"/>
          <p:nvPr/>
        </p:nvSpPr>
        <p:spPr>
          <a:xfrm>
            <a:off x="502920" y="1965960"/>
            <a:ext cx="1371600" cy="548640"/>
          </a:xfrm>
          <a:prstGeom prst="rect">
            <a:avLst/>
          </a:prstGeom>
          <a:noFill/>
          <a:ln/>
        </p:spPr>
        <p:txBody>
          <a:bodyPr wrap="square" lIns="0" tIns="0" rIns="0" bIns="0" rtlCol="0" anchor="ctr"/>
          <a:lstStyle/>
          <a:p>
            <a:pPr algn="ctr" indent="0" marL="0">
              <a:buNone/>
            </a:pPr>
            <a:r>
              <a:rPr lang="en-US" sz="1500" b="1" dirty="0">
                <a:solidFill>
                  <a:schemeClr val="tx2"/>
                </a:solidFill>
              </a:rPr>
              <a:t>When?</a:t>
            </a:r>
            <a:endParaRPr lang="en-US" sz="1500" dirty="0"/>
          </a:p>
        </p:txBody>
      </p:sp>
      <p:sp>
        <p:nvSpPr>
          <p:cNvPr id="7" name="Text 4"/>
          <p:cNvSpPr txBox="1"/>
          <p:nvPr/>
        </p:nvSpPr>
        <p:spPr>
          <a:xfrm>
            <a:off x="548640" y="2560320"/>
            <a:ext cx="1280160" cy="685800"/>
          </a:xfrm>
          <a:prstGeom prst="rect">
            <a:avLst/>
          </a:prstGeom>
          <a:noFill/>
          <a:ln/>
        </p:spPr>
        <p:txBody>
          <a:bodyPr wrap="square" lIns="0" tIns="0" rIns="0" bIns="0" rtlCol="0" anchor="t"/>
          <a:lstStyle/>
          <a:p>
            <a:pPr algn="ctr" indent="0" marL="0">
              <a:buNone/>
            </a:pPr>
            <a:r>
              <a:rPr lang="en-US" sz="1400" i="1" dirty="0">
                <a:solidFill>
                  <a:schemeClr val="tx1"/>
                </a:solidFill>
              </a:rPr>
              <a:t>Last summer</a:t>
            </a:r>
            <a:endParaRPr lang="en-US" sz="1400" dirty="0"/>
          </a:p>
        </p:txBody>
      </p:sp>
      <p:sp>
        <p:nvSpPr>
          <p:cNvPr id="8" name="card"/>
          <p:cNvSpPr/>
          <p:nvPr/>
        </p:nvSpPr>
        <p:spPr>
          <a:xfrm>
            <a:off x="2139696" y="1097280"/>
            <a:ext cx="1463040" cy="2240280"/>
          </a:xfrm>
          <a:prstGeom prst="roundRect">
            <a:avLst>
              <a:gd name="adj" fmla="val 7500"/>
            </a:avLst>
          </a:prstGeom>
          <a:solidFill>
            <a:schemeClr val="bg2"/>
          </a:solidFill>
          <a:ln w="12700">
            <a:solidFill>
              <a:schemeClr val="bg2"/>
            </a:solidFill>
            <a:prstDash val="solid"/>
          </a:ln>
        </p:spPr>
      </p:sp>
      <p:sp>
        <p:nvSpPr>
          <p:cNvPr id="9" name="icon circle"/>
          <p:cNvSpPr/>
          <p:nvPr/>
        </p:nvSpPr>
        <p:spPr>
          <a:xfrm>
            <a:off x="2596896" y="1280160"/>
            <a:ext cx="548640" cy="548640"/>
          </a:xfrm>
          <a:prstGeom prst="ellipse">
            <a:avLst/>
          </a:prstGeom>
          <a:solidFill>
            <a:schemeClr val="accent2"/>
          </a:solidFill>
          <a:ln w="12700">
            <a:solidFill>
              <a:schemeClr val="accent2"/>
            </a:solidFill>
            <a:prstDash val="solid"/>
          </a:ln>
        </p:spPr>
      </p:sp>
      <p:pic>
        <p:nvPicPr>
          <p:cNvPr id="10" name="icon" descr="preencoded.png">    </p:cNvPr>
          <p:cNvPicPr>
            <a:picLocks noChangeAspect="1"/>
          </p:cNvPicPr>
          <p:nvPr/>
        </p:nvPicPr>
        <p:blipFill>
          <a:blip r:embed="rId2"/>
          <a:stretch>
            <a:fillRect/>
          </a:stretch>
        </p:blipFill>
        <p:spPr>
          <a:xfrm>
            <a:off x="2745029" y="1428293"/>
            <a:ext cx="252374" cy="252374"/>
          </a:xfrm>
          <a:prstGeom prst="rect">
            <a:avLst/>
          </a:prstGeom>
        </p:spPr>
      </p:pic>
      <p:sp>
        <p:nvSpPr>
          <p:cNvPr id="11" name="Text 7"/>
          <p:cNvSpPr txBox="1"/>
          <p:nvPr/>
        </p:nvSpPr>
        <p:spPr>
          <a:xfrm>
            <a:off x="2185416" y="1965960"/>
            <a:ext cx="1371600" cy="548640"/>
          </a:xfrm>
          <a:prstGeom prst="rect">
            <a:avLst/>
          </a:prstGeom>
          <a:noFill/>
          <a:ln/>
        </p:spPr>
        <p:txBody>
          <a:bodyPr wrap="square" lIns="0" tIns="0" rIns="0" bIns="0" rtlCol="0" anchor="ctr"/>
          <a:lstStyle/>
          <a:p>
            <a:pPr algn="ctr" indent="0" marL="0">
              <a:buNone/>
            </a:pPr>
            <a:r>
              <a:rPr lang="en-US" sz="1500" b="1" dirty="0">
                <a:solidFill>
                  <a:schemeClr val="tx2"/>
                </a:solidFill>
              </a:rPr>
              <a:t>Where?</a:t>
            </a:r>
            <a:endParaRPr lang="en-US" sz="1500" dirty="0"/>
          </a:p>
        </p:txBody>
      </p:sp>
      <p:sp>
        <p:nvSpPr>
          <p:cNvPr id="12" name="Text 8"/>
          <p:cNvSpPr txBox="1"/>
          <p:nvPr/>
        </p:nvSpPr>
        <p:spPr>
          <a:xfrm>
            <a:off x="2231136" y="2560320"/>
            <a:ext cx="1280160" cy="685800"/>
          </a:xfrm>
          <a:prstGeom prst="rect">
            <a:avLst/>
          </a:prstGeom>
          <a:noFill/>
          <a:ln/>
        </p:spPr>
        <p:txBody>
          <a:bodyPr wrap="square" lIns="0" tIns="0" rIns="0" bIns="0" rtlCol="0" anchor="t"/>
          <a:lstStyle/>
          <a:p>
            <a:pPr algn="ctr" indent="0" marL="0">
              <a:buNone/>
            </a:pPr>
            <a:r>
              <a:rPr lang="en-US" sz="1400" i="1" dirty="0">
                <a:solidFill>
                  <a:schemeClr val="tx1"/>
                </a:solidFill>
              </a:rPr>
              <a:t>In Tipaza</a:t>
            </a:r>
            <a:endParaRPr lang="en-US" sz="1400" dirty="0"/>
          </a:p>
        </p:txBody>
      </p:sp>
      <p:sp>
        <p:nvSpPr>
          <p:cNvPr id="13" name="card"/>
          <p:cNvSpPr/>
          <p:nvPr/>
        </p:nvSpPr>
        <p:spPr>
          <a:xfrm>
            <a:off x="3822192" y="1097280"/>
            <a:ext cx="1463040" cy="2240280"/>
          </a:xfrm>
          <a:prstGeom prst="roundRect">
            <a:avLst>
              <a:gd name="adj" fmla="val 7500"/>
            </a:avLst>
          </a:prstGeom>
          <a:solidFill>
            <a:schemeClr val="bg2"/>
          </a:solidFill>
          <a:ln w="12700">
            <a:solidFill>
              <a:schemeClr val="bg2"/>
            </a:solidFill>
            <a:prstDash val="solid"/>
          </a:ln>
        </p:spPr>
      </p:sp>
      <p:sp>
        <p:nvSpPr>
          <p:cNvPr id="14" name="icon circle"/>
          <p:cNvSpPr/>
          <p:nvPr/>
        </p:nvSpPr>
        <p:spPr>
          <a:xfrm>
            <a:off x="4279392" y="1280160"/>
            <a:ext cx="548640" cy="548640"/>
          </a:xfrm>
          <a:prstGeom prst="ellipse">
            <a:avLst/>
          </a:prstGeom>
          <a:solidFill>
            <a:schemeClr val="accent3"/>
          </a:solidFill>
          <a:ln w="12700">
            <a:solidFill>
              <a:schemeClr val="accent3"/>
            </a:solidFill>
            <a:prstDash val="solid"/>
          </a:ln>
        </p:spPr>
      </p:sp>
      <p:pic>
        <p:nvPicPr>
          <p:cNvPr id="15" name="icon" descr="preencoded.png">    </p:cNvPr>
          <p:cNvPicPr>
            <a:picLocks noChangeAspect="1"/>
          </p:cNvPicPr>
          <p:nvPr/>
        </p:nvPicPr>
        <p:blipFill>
          <a:blip r:embed="rId3"/>
          <a:stretch>
            <a:fillRect/>
          </a:stretch>
        </p:blipFill>
        <p:spPr>
          <a:xfrm>
            <a:off x="4427525" y="1428293"/>
            <a:ext cx="252374" cy="252374"/>
          </a:xfrm>
          <a:prstGeom prst="rect">
            <a:avLst/>
          </a:prstGeom>
        </p:spPr>
      </p:pic>
      <p:sp>
        <p:nvSpPr>
          <p:cNvPr id="16" name="Text 11"/>
          <p:cNvSpPr txBox="1"/>
          <p:nvPr/>
        </p:nvSpPr>
        <p:spPr>
          <a:xfrm>
            <a:off x="3867912" y="1965960"/>
            <a:ext cx="1371600" cy="548640"/>
          </a:xfrm>
          <a:prstGeom prst="rect">
            <a:avLst/>
          </a:prstGeom>
          <a:noFill/>
          <a:ln/>
        </p:spPr>
        <p:txBody>
          <a:bodyPr wrap="square" lIns="0" tIns="0" rIns="0" bIns="0" rtlCol="0" anchor="ctr"/>
          <a:lstStyle/>
          <a:p>
            <a:pPr algn="ctr" indent="0" marL="0">
              <a:buNone/>
            </a:pPr>
            <a:r>
              <a:rPr lang="en-US" sz="1500" b="1" dirty="0">
                <a:solidFill>
                  <a:schemeClr val="tx2"/>
                </a:solidFill>
              </a:rPr>
              <a:t>Who?</a:t>
            </a:r>
            <a:endParaRPr lang="en-US" sz="1500" dirty="0"/>
          </a:p>
        </p:txBody>
      </p:sp>
      <p:sp>
        <p:nvSpPr>
          <p:cNvPr id="17" name="Text 12"/>
          <p:cNvSpPr txBox="1"/>
          <p:nvPr/>
        </p:nvSpPr>
        <p:spPr>
          <a:xfrm>
            <a:off x="3913632" y="2560320"/>
            <a:ext cx="1280160" cy="685800"/>
          </a:xfrm>
          <a:prstGeom prst="rect">
            <a:avLst/>
          </a:prstGeom>
          <a:noFill/>
          <a:ln/>
        </p:spPr>
        <p:txBody>
          <a:bodyPr wrap="square" lIns="0" tIns="0" rIns="0" bIns="0" rtlCol="0" anchor="t"/>
          <a:lstStyle/>
          <a:p>
            <a:pPr algn="ctr" indent="0" marL="0">
              <a:buNone/>
            </a:pPr>
            <a:r>
              <a:rPr lang="en-US" sz="1400" i="1" dirty="0">
                <a:solidFill>
                  <a:schemeClr val="tx1"/>
                </a:solidFill>
              </a:rPr>
              <a:t>My family</a:t>
            </a:r>
            <a:endParaRPr lang="en-US" sz="1400" dirty="0"/>
          </a:p>
        </p:txBody>
      </p:sp>
      <p:sp>
        <p:nvSpPr>
          <p:cNvPr id="18" name="card"/>
          <p:cNvSpPr/>
          <p:nvPr/>
        </p:nvSpPr>
        <p:spPr>
          <a:xfrm>
            <a:off x="5504688" y="1097280"/>
            <a:ext cx="1463040" cy="2240280"/>
          </a:xfrm>
          <a:prstGeom prst="roundRect">
            <a:avLst>
              <a:gd name="adj" fmla="val 7500"/>
            </a:avLst>
          </a:prstGeom>
          <a:solidFill>
            <a:schemeClr val="bg2"/>
          </a:solidFill>
          <a:ln w="12700">
            <a:solidFill>
              <a:schemeClr val="bg2"/>
            </a:solidFill>
            <a:prstDash val="solid"/>
          </a:ln>
        </p:spPr>
      </p:sp>
      <p:sp>
        <p:nvSpPr>
          <p:cNvPr id="19" name="icon circle"/>
          <p:cNvSpPr/>
          <p:nvPr/>
        </p:nvSpPr>
        <p:spPr>
          <a:xfrm>
            <a:off x="5961888" y="1280160"/>
            <a:ext cx="548640" cy="548640"/>
          </a:xfrm>
          <a:prstGeom prst="ellipse">
            <a:avLst/>
          </a:prstGeom>
          <a:solidFill>
            <a:schemeClr val="accent4"/>
          </a:solidFill>
          <a:ln w="12700">
            <a:solidFill>
              <a:schemeClr val="accent4"/>
            </a:solidFill>
            <a:prstDash val="solid"/>
          </a:ln>
        </p:spPr>
      </p:sp>
      <p:pic>
        <p:nvPicPr>
          <p:cNvPr id="20" name="icon" descr="preencoded.png">    </p:cNvPr>
          <p:cNvPicPr>
            <a:picLocks noChangeAspect="1"/>
          </p:cNvPicPr>
          <p:nvPr/>
        </p:nvPicPr>
        <p:blipFill>
          <a:blip r:embed="rId4"/>
          <a:stretch>
            <a:fillRect/>
          </a:stretch>
        </p:blipFill>
        <p:spPr>
          <a:xfrm>
            <a:off x="6110021" y="1428293"/>
            <a:ext cx="252374" cy="252374"/>
          </a:xfrm>
          <a:prstGeom prst="rect">
            <a:avLst/>
          </a:prstGeom>
        </p:spPr>
      </p:pic>
      <p:sp>
        <p:nvSpPr>
          <p:cNvPr id="21" name="Text 15"/>
          <p:cNvSpPr txBox="1"/>
          <p:nvPr/>
        </p:nvSpPr>
        <p:spPr>
          <a:xfrm>
            <a:off x="5550408" y="1965960"/>
            <a:ext cx="1371600" cy="548640"/>
          </a:xfrm>
          <a:prstGeom prst="rect">
            <a:avLst/>
          </a:prstGeom>
          <a:noFill/>
          <a:ln/>
        </p:spPr>
        <p:txBody>
          <a:bodyPr wrap="square" lIns="0" tIns="0" rIns="0" bIns="0" rtlCol="0" anchor="ctr"/>
          <a:lstStyle/>
          <a:p>
            <a:pPr algn="ctr" indent="0" marL="0">
              <a:buNone/>
            </a:pPr>
            <a:r>
              <a:rPr lang="en-US" sz="1500" b="1" dirty="0">
                <a:solidFill>
                  <a:schemeClr val="tx2"/>
                </a:solidFill>
              </a:rPr>
              <a:t>What happened?</a:t>
            </a:r>
            <a:endParaRPr lang="en-US" sz="1500" dirty="0"/>
          </a:p>
        </p:txBody>
      </p:sp>
      <p:sp>
        <p:nvSpPr>
          <p:cNvPr id="22" name="Text 16"/>
          <p:cNvSpPr txBox="1"/>
          <p:nvPr/>
        </p:nvSpPr>
        <p:spPr>
          <a:xfrm>
            <a:off x="5596128" y="2560320"/>
            <a:ext cx="1280160" cy="685800"/>
          </a:xfrm>
          <a:prstGeom prst="rect">
            <a:avLst/>
          </a:prstGeom>
          <a:noFill/>
          <a:ln/>
        </p:spPr>
        <p:txBody>
          <a:bodyPr wrap="square" lIns="0" tIns="0" rIns="0" bIns="0" rtlCol="0" anchor="t"/>
          <a:lstStyle/>
          <a:p>
            <a:pPr algn="ctr" indent="0" marL="0">
              <a:buNone/>
            </a:pPr>
            <a:r>
              <a:rPr lang="en-US" sz="1400" i="1" dirty="0">
                <a:solidFill>
                  <a:schemeClr val="tx1"/>
                </a:solidFill>
              </a:rPr>
              <a:t>Swim, eat, get lost</a:t>
            </a:r>
            <a:endParaRPr lang="en-US" sz="1400" dirty="0"/>
          </a:p>
        </p:txBody>
      </p:sp>
      <p:sp>
        <p:nvSpPr>
          <p:cNvPr id="23" name="card"/>
          <p:cNvSpPr/>
          <p:nvPr/>
        </p:nvSpPr>
        <p:spPr>
          <a:xfrm>
            <a:off x="7187184" y="1097280"/>
            <a:ext cx="1463040" cy="2240280"/>
          </a:xfrm>
          <a:prstGeom prst="roundRect">
            <a:avLst>
              <a:gd name="adj" fmla="val 7500"/>
            </a:avLst>
          </a:prstGeom>
          <a:solidFill>
            <a:schemeClr val="bg2"/>
          </a:solidFill>
          <a:ln w="12700">
            <a:solidFill>
              <a:schemeClr val="bg2"/>
            </a:solidFill>
            <a:prstDash val="solid"/>
          </a:ln>
        </p:spPr>
      </p:sp>
      <p:sp>
        <p:nvSpPr>
          <p:cNvPr id="24" name="icon circle"/>
          <p:cNvSpPr/>
          <p:nvPr/>
        </p:nvSpPr>
        <p:spPr>
          <a:xfrm>
            <a:off x="7644384" y="1280160"/>
            <a:ext cx="548640" cy="548640"/>
          </a:xfrm>
          <a:prstGeom prst="ellipse">
            <a:avLst/>
          </a:prstGeom>
          <a:solidFill>
            <a:schemeClr val="accent5"/>
          </a:solidFill>
          <a:ln w="12700">
            <a:solidFill>
              <a:schemeClr val="accent5"/>
            </a:solidFill>
            <a:prstDash val="solid"/>
          </a:ln>
        </p:spPr>
      </p:sp>
      <p:pic>
        <p:nvPicPr>
          <p:cNvPr id="25" name="icon" descr="preencoded.png">    </p:cNvPr>
          <p:cNvPicPr>
            <a:picLocks noChangeAspect="1"/>
          </p:cNvPicPr>
          <p:nvPr/>
        </p:nvPicPr>
        <p:blipFill>
          <a:blip r:embed="rId5"/>
          <a:stretch>
            <a:fillRect/>
          </a:stretch>
        </p:blipFill>
        <p:spPr>
          <a:xfrm>
            <a:off x="7792517" y="1428293"/>
            <a:ext cx="252374" cy="252374"/>
          </a:xfrm>
          <a:prstGeom prst="rect">
            <a:avLst/>
          </a:prstGeom>
        </p:spPr>
      </p:pic>
      <p:sp>
        <p:nvSpPr>
          <p:cNvPr id="26" name="Text 19"/>
          <p:cNvSpPr txBox="1"/>
          <p:nvPr/>
        </p:nvSpPr>
        <p:spPr>
          <a:xfrm>
            <a:off x="7232904" y="1965960"/>
            <a:ext cx="1371600" cy="548640"/>
          </a:xfrm>
          <a:prstGeom prst="rect">
            <a:avLst/>
          </a:prstGeom>
          <a:noFill/>
          <a:ln/>
        </p:spPr>
        <p:txBody>
          <a:bodyPr wrap="square" lIns="0" tIns="0" rIns="0" bIns="0" rtlCol="0" anchor="ctr"/>
          <a:lstStyle/>
          <a:p>
            <a:pPr algn="ctr" indent="0" marL="0">
              <a:buNone/>
            </a:pPr>
            <a:r>
              <a:rPr lang="en-US" sz="1500" b="1" dirty="0">
                <a:solidFill>
                  <a:schemeClr val="tx2"/>
                </a:solidFill>
              </a:rPr>
              <a:t>How did you feel?</a:t>
            </a:r>
            <a:endParaRPr lang="en-US" sz="1500" dirty="0"/>
          </a:p>
        </p:txBody>
      </p:sp>
      <p:sp>
        <p:nvSpPr>
          <p:cNvPr id="27" name="Text 20"/>
          <p:cNvSpPr txBox="1"/>
          <p:nvPr/>
        </p:nvSpPr>
        <p:spPr>
          <a:xfrm>
            <a:off x="7278624" y="2560320"/>
            <a:ext cx="1280160" cy="685800"/>
          </a:xfrm>
          <a:prstGeom prst="rect">
            <a:avLst/>
          </a:prstGeom>
          <a:noFill/>
          <a:ln/>
        </p:spPr>
        <p:txBody>
          <a:bodyPr wrap="square" lIns="0" tIns="0" rIns="0" bIns="0" rtlCol="0" anchor="t"/>
          <a:lstStyle/>
          <a:p>
            <a:pPr algn="ctr" indent="0" marL="0">
              <a:buNone/>
            </a:pPr>
            <a:r>
              <a:rPr lang="en-US" sz="1400" i="1" dirty="0">
                <a:solidFill>
                  <a:schemeClr val="tx1"/>
                </a:solidFill>
              </a:rPr>
              <a:t>Scared, then happy</a:t>
            </a:r>
            <a:endParaRPr lang="en-US" sz="1400" dirty="0"/>
          </a:p>
        </p:txBody>
      </p:sp>
      <p:sp>
        <p:nvSpPr>
          <p:cNvPr id="28" name="card"/>
          <p:cNvSpPr/>
          <p:nvPr/>
        </p:nvSpPr>
        <p:spPr>
          <a:xfrm>
            <a:off x="457200" y="3566160"/>
            <a:ext cx="8229600" cy="1051560"/>
          </a:xfrm>
          <a:prstGeom prst="roundRect">
            <a:avLst>
              <a:gd name="adj" fmla="val 10435"/>
            </a:avLst>
          </a:prstGeom>
          <a:solidFill>
            <a:schemeClr val="tx2"/>
          </a:solidFill>
          <a:ln w="12700">
            <a:solidFill>
              <a:schemeClr val="tx2"/>
            </a:solidFill>
            <a:prstDash val="solid"/>
          </a:ln>
        </p:spPr>
      </p:sp>
      <p:sp>
        <p:nvSpPr>
          <p:cNvPr id="29" name="Text 22"/>
          <p:cNvSpPr txBox="1"/>
          <p:nvPr/>
        </p:nvSpPr>
        <p:spPr>
          <a:xfrm>
            <a:off x="685800" y="3566160"/>
            <a:ext cx="1737360" cy="1051560"/>
          </a:xfrm>
          <a:prstGeom prst="rect">
            <a:avLst/>
          </a:prstGeom>
          <a:noFill/>
          <a:ln/>
        </p:spPr>
        <p:txBody>
          <a:bodyPr wrap="square" lIns="0" tIns="0" rIns="0" bIns="0" rtlCol="0" anchor="ctr"/>
          <a:lstStyle/>
          <a:p>
            <a:pPr indent="0" marL="0">
              <a:buNone/>
            </a:pPr>
            <a:r>
              <a:rPr lang="en-US" sz="1600" b="1" dirty="0">
                <a:solidFill>
                  <a:schemeClr val="accent2"/>
                </a:solidFill>
              </a:rPr>
              <a:t>Your turn</a:t>
            </a:r>
            <a:endParaRPr lang="en-US" sz="1600" dirty="0"/>
          </a:p>
        </p:txBody>
      </p:sp>
      <p:sp>
        <p:nvSpPr>
          <p:cNvPr id="30" name="Text 23"/>
          <p:cNvSpPr txBox="1"/>
          <p:nvPr/>
        </p:nvSpPr>
        <p:spPr>
          <a:xfrm>
            <a:off x="2468880" y="3566160"/>
            <a:ext cx="6035040" cy="1051560"/>
          </a:xfrm>
          <a:prstGeom prst="rect">
            <a:avLst/>
          </a:prstGeom>
          <a:noFill/>
          <a:ln/>
        </p:spPr>
        <p:txBody>
          <a:bodyPr wrap="square" lIns="0" tIns="0" rIns="0" bIns="0" rtlCol="0" anchor="ctr"/>
          <a:lstStyle/>
          <a:p>
            <a:pPr indent="0" marL="0">
              <a:buNone/>
            </a:pPr>
            <a:r>
              <a:rPr lang="en-US" sz="1500" i="1" dirty="0">
                <a:solidFill>
                  <a:schemeClr val="bg1"/>
                </a:solidFill>
              </a:rPr>
              <a:t>Answer the five questions about YOUR story before you speak. Use notes, not full sentences.</a:t>
            </a:r>
            <a:endParaRPr lang="en-US" sz="1500" dirty="0"/>
          </a:p>
        </p:txBody>
      </p:sp>
      <p:sp>
        <p:nvSpPr>
          <p:cNvPr id="25" name="Slide Number Placeholder 0"/>
          <p:cNvSpPr>
            <a:spLocks noGrp="1"/>
          </p:cNvSpPr>
          <p:nvPr>
            <p:ph type="sldNum" sz="quarter" idx="4294967295"/>
          </p:nvPr>
        </p:nvSpPr>
        <p:spPr>
          <a:xfrm>
            <a:off x="832104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1234440"/>
            <a:ext cx="5486400" cy="457200"/>
          </a:xfrm>
          <a:prstGeom prst="rect">
            <a:avLst/>
          </a:prstGeom>
          <a:noFill/>
          <a:ln/>
        </p:spPr>
        <p:txBody>
          <a:bodyPr wrap="square" lIns="0" tIns="0" rIns="0" bIns="0" rtlCol="0"/>
          <a:lstStyle/>
          <a:p>
            <a:pPr indent="0" marL="0">
              <a:buNone/>
            </a:pPr>
            <a:r>
              <a:rPr lang="en-US" sz="1800" b="1" dirty="0">
                <a:solidFill>
                  <a:schemeClr val="tx2"/>
                </a:solidFill>
              </a:rPr>
              <a:t>PART 3</a:t>
            </a:r>
            <a:endParaRPr lang="en-US" sz="1800" dirty="0"/>
          </a:p>
        </p:txBody>
      </p:sp>
      <p:sp>
        <p:nvSpPr>
          <p:cNvPr id="3" name="Text 0"/>
          <p:cNvSpPr/>
          <p:nvPr>
            <p:ph idx="101" type="title" hasCustomPrompt="1"/>
          </p:nvPr>
        </p:nvSpPr>
        <p:spPr>
          <a:xfrm>
            <a:off x="548640" y="1691640"/>
            <a:ext cx="5669280" cy="1097280"/>
          </a:xfrm>
          <a:prstGeom prst="rect">
            <a:avLst/>
          </a:prstGeom>
          <a:noFill/>
          <a:ln/>
        </p:spPr>
        <p:txBody>
          <a:bodyPr wrap="square" lIns="0" tIns="0" rIns="0" bIns="0" rtlCol="0" anchor="t"/>
          <a:lstStyle/>
          <a:p>
            <a:pPr algn="l" indent="0" marL="0">
              <a:buNone/>
            </a:pPr>
            <a:r>
              <a:rPr lang="en-US" sz="4000" b="1" dirty="0">
                <a:solidFill>
                  <a:schemeClr val="bg1"/>
                </a:solidFill>
              </a:rPr>
              <a:t>Practice Time</a:t>
            </a:r>
            <a:endParaRPr lang="en-US" sz="4000" dirty="0"/>
          </a:p>
        </p:txBody>
      </p:sp>
      <p:sp>
        <p:nvSpPr>
          <p:cNvPr id="4" name="Text 0"/>
          <p:cNvSpPr/>
          <p:nvPr>
            <p:ph idx="102" type="body" hasCustomPrompt="1"/>
          </p:nvPr>
        </p:nvSpPr>
        <p:spPr>
          <a:xfrm>
            <a:off x="548640" y="2880360"/>
            <a:ext cx="5486400" cy="914400"/>
          </a:xfrm>
          <a:prstGeom prst="rect">
            <a:avLst/>
          </a:prstGeom>
          <a:noFill/>
          <a:ln/>
        </p:spPr>
        <p:txBody>
          <a:bodyPr wrap="square" lIns="0" tIns="0" rIns="0" bIns="0" rtlCol="0" anchor="t"/>
          <a:lstStyle/>
          <a:p>
            <a:pPr indent="0" marL="0">
              <a:buNone/>
            </a:pPr>
            <a:r>
              <a:rPr lang="en-US" sz="1800" dirty="0">
                <a:solidFill>
                  <a:schemeClr val="bg1"/>
                </a:solidFill>
              </a:rPr>
              <a:t>Picture story · Find someone who · Two truths and a lie</a:t>
            </a:r>
            <a:endParaRPr lang="en-US" sz="1800" dirty="0"/>
          </a:p>
        </p:txBody>
      </p:sp>
      <p:sp>
        <p:nvSpPr>
          <p:cNvPr id="5" name="divider circle"/>
          <p:cNvSpPr/>
          <p:nvPr/>
        </p:nvSpPr>
        <p:spPr>
          <a:xfrm>
            <a:off x="6400800" y="1417320"/>
            <a:ext cx="2194560" cy="2194560"/>
          </a:xfrm>
          <a:prstGeom prst="ellipse">
            <a:avLst/>
          </a:prstGeom>
          <a:solidFill>
            <a:schemeClr val="bg1"/>
          </a:solidFill>
          <a:ln w="12700">
            <a:solidFill>
              <a:schemeClr val="bg1"/>
            </a:solidFill>
            <a:prstDash val="solid"/>
          </a:ln>
        </p:spPr>
      </p:sp>
      <p:sp>
        <p:nvSpPr>
          <p:cNvPr id="6" name="divider inner"/>
          <p:cNvSpPr/>
          <p:nvPr/>
        </p:nvSpPr>
        <p:spPr>
          <a:xfrm>
            <a:off x="6629400" y="1645920"/>
            <a:ext cx="1737360" cy="1737360"/>
          </a:xfrm>
          <a:prstGeom prst="ellipse">
            <a:avLst/>
          </a:prstGeom>
          <a:solidFill>
            <a:schemeClr val="tx2"/>
          </a:solidFill>
          <a:ln w="12700">
            <a:solidFill>
              <a:schemeClr val="tx2"/>
            </a:solidFill>
            <a:prstDash val="solid"/>
          </a:ln>
        </p:spPr>
      </p:sp>
      <p:pic>
        <p:nvPicPr>
          <p:cNvPr id="7" name="divider icon" descr="preencoded.png">    </p:cNvPr>
          <p:cNvPicPr>
            <a:picLocks noChangeAspect="1"/>
          </p:cNvPicPr>
          <p:nvPr/>
        </p:nvPicPr>
        <p:blipFill>
          <a:blip r:embed="rId1"/>
          <a:stretch>
            <a:fillRect/>
          </a:stretch>
        </p:blipFill>
        <p:spPr>
          <a:xfrm>
            <a:off x="7040880" y="2057400"/>
            <a:ext cx="914400" cy="9144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Picture Story: A Bad Morning</a:t>
            </a:r>
            <a:endParaRPr lang="en-US" sz="3000" dirty="0"/>
          </a:p>
        </p:txBody>
      </p:sp>
      <p:sp>
        <p:nvSpPr>
          <p:cNvPr id="3" name="card"/>
          <p:cNvSpPr/>
          <p:nvPr/>
        </p:nvSpPr>
        <p:spPr>
          <a:xfrm>
            <a:off x="457200" y="1097280"/>
            <a:ext cx="1920240" cy="2286000"/>
          </a:xfrm>
          <a:prstGeom prst="roundRect">
            <a:avLst>
              <a:gd name="adj" fmla="val 5714"/>
            </a:avLst>
          </a:prstGeom>
          <a:solidFill>
            <a:schemeClr val="bg2"/>
          </a:solidFill>
          <a:ln w="12700">
            <a:solidFill>
              <a:schemeClr val="bg2"/>
            </a:solidFill>
            <a:prstDash val="solid"/>
          </a:ln>
        </p:spPr>
      </p:sp>
      <p:sp>
        <p:nvSpPr>
          <p:cNvPr id="4" name="Text 2"/>
          <p:cNvSpPr txBox="1"/>
          <p:nvPr/>
        </p:nvSpPr>
        <p:spPr>
          <a:xfrm>
            <a:off x="594360" y="1188720"/>
            <a:ext cx="365760" cy="320040"/>
          </a:xfrm>
          <a:prstGeom prst="rect">
            <a:avLst/>
          </a:prstGeom>
          <a:noFill/>
          <a:ln/>
        </p:spPr>
        <p:txBody>
          <a:bodyPr wrap="square" lIns="0" tIns="0" rIns="0" bIns="0" rtlCol="0" anchor="t"/>
          <a:lstStyle/>
          <a:p>
            <a:pPr indent="0" marL="0">
              <a:buNone/>
            </a:pPr>
            <a:r>
              <a:rPr lang="en-US" sz="1400" b="1" dirty="0">
                <a:solidFill>
                  <a:schemeClr val="accent1"/>
                </a:solidFill>
              </a:rPr>
              <a:t>1</a:t>
            </a:r>
            <a:endParaRPr lang="en-US" sz="1400" dirty="0"/>
          </a:p>
        </p:txBody>
      </p:sp>
      <p:sp>
        <p:nvSpPr>
          <p:cNvPr id="5" name="icon circle"/>
          <p:cNvSpPr/>
          <p:nvPr/>
        </p:nvSpPr>
        <p:spPr>
          <a:xfrm>
            <a:off x="914400" y="1371600"/>
            <a:ext cx="1005840" cy="1005840"/>
          </a:xfrm>
          <a:prstGeom prst="ellipse">
            <a:avLst/>
          </a:prstGeom>
          <a:solidFill>
            <a:schemeClr val="accent1"/>
          </a:solidFill>
          <a:ln w="12700">
            <a:solidFill>
              <a:schemeClr val="accent1"/>
            </a:solidFill>
            <a:prstDash val="solid"/>
          </a:ln>
        </p:spPr>
      </p:sp>
      <p:pic>
        <p:nvPicPr>
          <p:cNvPr id="6" name="icon" descr="preencoded.png">    </p:cNvPr>
          <p:cNvPicPr>
            <a:picLocks noChangeAspect="1"/>
          </p:cNvPicPr>
          <p:nvPr/>
        </p:nvPicPr>
        <p:blipFill>
          <a:blip r:embed="rId1"/>
          <a:stretch>
            <a:fillRect/>
          </a:stretch>
        </p:blipFill>
        <p:spPr>
          <a:xfrm>
            <a:off x="1185977" y="1643177"/>
            <a:ext cx="462686" cy="462686"/>
          </a:xfrm>
          <a:prstGeom prst="rect">
            <a:avLst/>
          </a:prstGeom>
        </p:spPr>
      </p:pic>
      <p:sp>
        <p:nvSpPr>
          <p:cNvPr id="7" name="Text 4"/>
          <p:cNvSpPr txBox="1"/>
          <p:nvPr/>
        </p:nvSpPr>
        <p:spPr>
          <a:xfrm>
            <a:off x="548640" y="2606040"/>
            <a:ext cx="1737360" cy="548640"/>
          </a:xfrm>
          <a:prstGeom prst="rect">
            <a:avLst/>
          </a:prstGeom>
          <a:noFill/>
          <a:ln/>
        </p:spPr>
        <p:txBody>
          <a:bodyPr wrap="square" lIns="0" tIns="0" rIns="0" bIns="0" rtlCol="0" anchor="ctr"/>
          <a:lstStyle/>
          <a:p>
            <a:pPr algn="ctr" indent="0" marL="0">
              <a:buNone/>
            </a:pPr>
            <a:r>
              <a:rPr lang="en-US" sz="1500" b="1" dirty="0">
                <a:solidFill>
                  <a:schemeClr val="tx2"/>
                </a:solidFill>
              </a:rPr>
              <a:t>wake up late</a:t>
            </a:r>
            <a:endParaRPr lang="en-US" sz="1500" dirty="0"/>
          </a:p>
        </p:txBody>
      </p:sp>
      <p:sp>
        <p:nvSpPr>
          <p:cNvPr id="8" name="card"/>
          <p:cNvSpPr/>
          <p:nvPr/>
        </p:nvSpPr>
        <p:spPr>
          <a:xfrm>
            <a:off x="2560320" y="1097280"/>
            <a:ext cx="1920240" cy="2286000"/>
          </a:xfrm>
          <a:prstGeom prst="roundRect">
            <a:avLst>
              <a:gd name="adj" fmla="val 5714"/>
            </a:avLst>
          </a:prstGeom>
          <a:solidFill>
            <a:schemeClr val="bg2"/>
          </a:solidFill>
          <a:ln w="12700">
            <a:solidFill>
              <a:schemeClr val="bg2"/>
            </a:solidFill>
            <a:prstDash val="solid"/>
          </a:ln>
        </p:spPr>
      </p:sp>
      <p:sp>
        <p:nvSpPr>
          <p:cNvPr id="9" name="Text 6"/>
          <p:cNvSpPr txBox="1"/>
          <p:nvPr/>
        </p:nvSpPr>
        <p:spPr>
          <a:xfrm>
            <a:off x="2697480" y="1188720"/>
            <a:ext cx="365760" cy="320040"/>
          </a:xfrm>
          <a:prstGeom prst="rect">
            <a:avLst/>
          </a:prstGeom>
          <a:noFill/>
          <a:ln/>
        </p:spPr>
        <p:txBody>
          <a:bodyPr wrap="square" lIns="0" tIns="0" rIns="0" bIns="0" rtlCol="0" anchor="t"/>
          <a:lstStyle/>
          <a:p>
            <a:pPr indent="0" marL="0">
              <a:buNone/>
            </a:pPr>
            <a:r>
              <a:rPr lang="en-US" sz="1400" b="1" dirty="0">
                <a:solidFill>
                  <a:schemeClr val="accent2"/>
                </a:solidFill>
              </a:rPr>
              <a:t>2</a:t>
            </a:r>
            <a:endParaRPr lang="en-US" sz="1400" dirty="0"/>
          </a:p>
        </p:txBody>
      </p:sp>
      <p:sp>
        <p:nvSpPr>
          <p:cNvPr id="10" name="icon circle"/>
          <p:cNvSpPr/>
          <p:nvPr/>
        </p:nvSpPr>
        <p:spPr>
          <a:xfrm>
            <a:off x="3017520" y="1371600"/>
            <a:ext cx="1005840" cy="1005840"/>
          </a:xfrm>
          <a:prstGeom prst="ellipse">
            <a:avLst/>
          </a:prstGeom>
          <a:solidFill>
            <a:schemeClr val="accent2"/>
          </a:solidFill>
          <a:ln w="12700">
            <a:solidFill>
              <a:schemeClr val="accent2"/>
            </a:solidFill>
            <a:prstDash val="solid"/>
          </a:ln>
        </p:spPr>
      </p:sp>
      <p:pic>
        <p:nvPicPr>
          <p:cNvPr id="11" name="icon" descr="preencoded.png">    </p:cNvPr>
          <p:cNvPicPr>
            <a:picLocks noChangeAspect="1"/>
          </p:cNvPicPr>
          <p:nvPr/>
        </p:nvPicPr>
        <p:blipFill>
          <a:blip r:embed="rId2"/>
          <a:stretch>
            <a:fillRect/>
          </a:stretch>
        </p:blipFill>
        <p:spPr>
          <a:xfrm>
            <a:off x="3289097" y="1643177"/>
            <a:ext cx="462686" cy="462686"/>
          </a:xfrm>
          <a:prstGeom prst="rect">
            <a:avLst/>
          </a:prstGeom>
        </p:spPr>
      </p:pic>
      <p:sp>
        <p:nvSpPr>
          <p:cNvPr id="12" name="Text 8"/>
          <p:cNvSpPr txBox="1"/>
          <p:nvPr/>
        </p:nvSpPr>
        <p:spPr>
          <a:xfrm>
            <a:off x="2651760" y="2606040"/>
            <a:ext cx="1737360" cy="548640"/>
          </a:xfrm>
          <a:prstGeom prst="rect">
            <a:avLst/>
          </a:prstGeom>
          <a:noFill/>
          <a:ln/>
        </p:spPr>
        <p:txBody>
          <a:bodyPr wrap="square" lIns="0" tIns="0" rIns="0" bIns="0" rtlCol="0" anchor="ctr"/>
          <a:lstStyle/>
          <a:p>
            <a:pPr algn="ctr" indent="0" marL="0">
              <a:buNone/>
            </a:pPr>
            <a:r>
              <a:rPr lang="en-US" sz="1500" b="1" dirty="0">
                <a:solidFill>
                  <a:schemeClr val="tx2"/>
                </a:solidFill>
              </a:rPr>
              <a:t>miss the bus</a:t>
            </a:r>
            <a:endParaRPr lang="en-US" sz="1500" dirty="0"/>
          </a:p>
        </p:txBody>
      </p:sp>
      <p:sp>
        <p:nvSpPr>
          <p:cNvPr id="13" name="card"/>
          <p:cNvSpPr/>
          <p:nvPr/>
        </p:nvSpPr>
        <p:spPr>
          <a:xfrm>
            <a:off x="4663440" y="1097280"/>
            <a:ext cx="1920240" cy="2286000"/>
          </a:xfrm>
          <a:prstGeom prst="roundRect">
            <a:avLst>
              <a:gd name="adj" fmla="val 5714"/>
            </a:avLst>
          </a:prstGeom>
          <a:solidFill>
            <a:schemeClr val="bg2"/>
          </a:solidFill>
          <a:ln w="12700">
            <a:solidFill>
              <a:schemeClr val="bg2"/>
            </a:solidFill>
            <a:prstDash val="solid"/>
          </a:ln>
        </p:spPr>
      </p:sp>
      <p:sp>
        <p:nvSpPr>
          <p:cNvPr id="14" name="Text 10"/>
          <p:cNvSpPr txBox="1"/>
          <p:nvPr/>
        </p:nvSpPr>
        <p:spPr>
          <a:xfrm>
            <a:off x="4800600" y="1188720"/>
            <a:ext cx="365760" cy="320040"/>
          </a:xfrm>
          <a:prstGeom prst="rect">
            <a:avLst/>
          </a:prstGeom>
          <a:noFill/>
          <a:ln/>
        </p:spPr>
        <p:txBody>
          <a:bodyPr wrap="square" lIns="0" tIns="0" rIns="0" bIns="0" rtlCol="0" anchor="t"/>
          <a:lstStyle/>
          <a:p>
            <a:pPr indent="0" marL="0">
              <a:buNone/>
            </a:pPr>
            <a:r>
              <a:rPr lang="en-US" sz="1400" b="1" dirty="0">
                <a:solidFill>
                  <a:schemeClr val="accent3"/>
                </a:solidFill>
              </a:rPr>
              <a:t>3</a:t>
            </a:r>
            <a:endParaRPr lang="en-US" sz="1400" dirty="0"/>
          </a:p>
        </p:txBody>
      </p:sp>
      <p:sp>
        <p:nvSpPr>
          <p:cNvPr id="15" name="icon circle"/>
          <p:cNvSpPr/>
          <p:nvPr/>
        </p:nvSpPr>
        <p:spPr>
          <a:xfrm>
            <a:off x="5120640" y="1371600"/>
            <a:ext cx="1005840" cy="1005840"/>
          </a:xfrm>
          <a:prstGeom prst="ellipse">
            <a:avLst/>
          </a:prstGeom>
          <a:solidFill>
            <a:schemeClr val="accent3"/>
          </a:solidFill>
          <a:ln w="12700">
            <a:solidFill>
              <a:schemeClr val="accent3"/>
            </a:solidFill>
            <a:prstDash val="solid"/>
          </a:ln>
        </p:spPr>
      </p:sp>
      <p:pic>
        <p:nvPicPr>
          <p:cNvPr id="16" name="icon" descr="preencoded.png">    </p:cNvPr>
          <p:cNvPicPr>
            <a:picLocks noChangeAspect="1"/>
          </p:cNvPicPr>
          <p:nvPr/>
        </p:nvPicPr>
        <p:blipFill>
          <a:blip r:embed="rId3"/>
          <a:stretch>
            <a:fillRect/>
          </a:stretch>
        </p:blipFill>
        <p:spPr>
          <a:xfrm>
            <a:off x="5392217" y="1643177"/>
            <a:ext cx="462686" cy="462686"/>
          </a:xfrm>
          <a:prstGeom prst="rect">
            <a:avLst/>
          </a:prstGeom>
        </p:spPr>
      </p:pic>
      <p:sp>
        <p:nvSpPr>
          <p:cNvPr id="17" name="Text 12"/>
          <p:cNvSpPr txBox="1"/>
          <p:nvPr/>
        </p:nvSpPr>
        <p:spPr>
          <a:xfrm>
            <a:off x="4754880" y="2606040"/>
            <a:ext cx="1737360" cy="548640"/>
          </a:xfrm>
          <a:prstGeom prst="rect">
            <a:avLst/>
          </a:prstGeom>
          <a:noFill/>
          <a:ln/>
        </p:spPr>
        <p:txBody>
          <a:bodyPr wrap="square" lIns="0" tIns="0" rIns="0" bIns="0" rtlCol="0" anchor="ctr"/>
          <a:lstStyle/>
          <a:p>
            <a:pPr algn="ctr" indent="0" marL="0">
              <a:buNone/>
            </a:pPr>
            <a:r>
              <a:rPr lang="en-US" sz="1500" b="1" dirty="0">
                <a:solidFill>
                  <a:schemeClr val="tx2"/>
                </a:solidFill>
              </a:rPr>
              <a:t>run in the rain</a:t>
            </a:r>
            <a:endParaRPr lang="en-US" sz="1500" dirty="0"/>
          </a:p>
        </p:txBody>
      </p:sp>
      <p:sp>
        <p:nvSpPr>
          <p:cNvPr id="18" name="card"/>
          <p:cNvSpPr/>
          <p:nvPr/>
        </p:nvSpPr>
        <p:spPr>
          <a:xfrm>
            <a:off x="6766560" y="1097280"/>
            <a:ext cx="1920240" cy="2286000"/>
          </a:xfrm>
          <a:prstGeom prst="roundRect">
            <a:avLst>
              <a:gd name="adj" fmla="val 5714"/>
            </a:avLst>
          </a:prstGeom>
          <a:solidFill>
            <a:schemeClr val="bg2"/>
          </a:solidFill>
          <a:ln w="12700">
            <a:solidFill>
              <a:schemeClr val="bg2"/>
            </a:solidFill>
            <a:prstDash val="solid"/>
          </a:ln>
        </p:spPr>
      </p:sp>
      <p:sp>
        <p:nvSpPr>
          <p:cNvPr id="19" name="Text 14"/>
          <p:cNvSpPr txBox="1"/>
          <p:nvPr/>
        </p:nvSpPr>
        <p:spPr>
          <a:xfrm>
            <a:off x="6903720" y="1188720"/>
            <a:ext cx="365760" cy="320040"/>
          </a:xfrm>
          <a:prstGeom prst="rect">
            <a:avLst/>
          </a:prstGeom>
          <a:noFill/>
          <a:ln/>
        </p:spPr>
        <p:txBody>
          <a:bodyPr wrap="square" lIns="0" tIns="0" rIns="0" bIns="0" rtlCol="0" anchor="t"/>
          <a:lstStyle/>
          <a:p>
            <a:pPr indent="0" marL="0">
              <a:buNone/>
            </a:pPr>
            <a:r>
              <a:rPr lang="en-US" sz="1400" b="1" dirty="0">
                <a:solidFill>
                  <a:schemeClr val="accent4"/>
                </a:solidFill>
              </a:rPr>
              <a:t>4</a:t>
            </a:r>
            <a:endParaRPr lang="en-US" sz="1400" dirty="0"/>
          </a:p>
        </p:txBody>
      </p:sp>
      <p:sp>
        <p:nvSpPr>
          <p:cNvPr id="20" name="icon circle"/>
          <p:cNvSpPr/>
          <p:nvPr/>
        </p:nvSpPr>
        <p:spPr>
          <a:xfrm>
            <a:off x="7223760" y="1371600"/>
            <a:ext cx="1005840" cy="1005840"/>
          </a:xfrm>
          <a:prstGeom prst="ellipse">
            <a:avLst/>
          </a:prstGeom>
          <a:solidFill>
            <a:schemeClr val="accent4"/>
          </a:solidFill>
          <a:ln w="12700">
            <a:solidFill>
              <a:schemeClr val="accent4"/>
            </a:solidFill>
            <a:prstDash val="solid"/>
          </a:ln>
        </p:spPr>
      </p:sp>
      <p:pic>
        <p:nvPicPr>
          <p:cNvPr id="21" name="icon" descr="preencoded.png">    </p:cNvPr>
          <p:cNvPicPr>
            <a:picLocks noChangeAspect="1"/>
          </p:cNvPicPr>
          <p:nvPr/>
        </p:nvPicPr>
        <p:blipFill>
          <a:blip r:embed="rId4"/>
          <a:stretch>
            <a:fillRect/>
          </a:stretch>
        </p:blipFill>
        <p:spPr>
          <a:xfrm>
            <a:off x="7495337" y="1643177"/>
            <a:ext cx="462686" cy="462686"/>
          </a:xfrm>
          <a:prstGeom prst="rect">
            <a:avLst/>
          </a:prstGeom>
        </p:spPr>
      </p:pic>
      <p:sp>
        <p:nvSpPr>
          <p:cNvPr id="22" name="Text 16"/>
          <p:cNvSpPr txBox="1"/>
          <p:nvPr/>
        </p:nvSpPr>
        <p:spPr>
          <a:xfrm>
            <a:off x="6858000" y="2606040"/>
            <a:ext cx="1737360" cy="548640"/>
          </a:xfrm>
          <a:prstGeom prst="rect">
            <a:avLst/>
          </a:prstGeom>
          <a:noFill/>
          <a:ln/>
        </p:spPr>
        <p:txBody>
          <a:bodyPr wrap="square" lIns="0" tIns="0" rIns="0" bIns="0" rtlCol="0" anchor="ctr"/>
          <a:lstStyle/>
          <a:p>
            <a:pPr algn="ctr" indent="0" marL="0">
              <a:buNone/>
            </a:pPr>
            <a:r>
              <a:rPr lang="en-US" sz="1500" b="1" dirty="0">
                <a:solidFill>
                  <a:schemeClr val="tx2"/>
                </a:solidFill>
              </a:rPr>
              <a:t>school is closed!</a:t>
            </a:r>
            <a:endParaRPr lang="en-US" sz="1500" dirty="0"/>
          </a:p>
        </p:txBody>
      </p:sp>
      <p:sp>
        <p:nvSpPr>
          <p:cNvPr id="23" name="card"/>
          <p:cNvSpPr/>
          <p:nvPr/>
        </p:nvSpPr>
        <p:spPr>
          <a:xfrm>
            <a:off x="457200" y="3566160"/>
            <a:ext cx="8229600" cy="1051560"/>
          </a:xfrm>
          <a:prstGeom prst="roundRect">
            <a:avLst>
              <a:gd name="adj" fmla="val 10435"/>
            </a:avLst>
          </a:prstGeom>
          <a:solidFill>
            <a:schemeClr val="tx2"/>
          </a:solidFill>
          <a:ln w="12700">
            <a:solidFill>
              <a:schemeClr val="tx2"/>
            </a:solidFill>
            <a:prstDash val="solid"/>
          </a:ln>
        </p:spPr>
      </p:sp>
      <p:sp>
        <p:nvSpPr>
          <p:cNvPr id="24" name="Text 18"/>
          <p:cNvSpPr txBox="1"/>
          <p:nvPr/>
        </p:nvSpPr>
        <p:spPr>
          <a:xfrm>
            <a:off x="685800" y="3566160"/>
            <a:ext cx="1737360" cy="1051560"/>
          </a:xfrm>
          <a:prstGeom prst="rect">
            <a:avLst/>
          </a:prstGeom>
          <a:noFill/>
          <a:ln/>
        </p:spPr>
        <p:txBody>
          <a:bodyPr wrap="square" lIns="0" tIns="0" rIns="0" bIns="0" rtlCol="0" anchor="ctr"/>
          <a:lstStyle/>
          <a:p>
            <a:pPr indent="0" marL="0">
              <a:buNone/>
            </a:pPr>
            <a:r>
              <a:rPr lang="en-US" sz="1600" b="1" dirty="0">
                <a:solidFill>
                  <a:schemeClr val="accent2"/>
                </a:solidFill>
              </a:rPr>
              <a:t>Task</a:t>
            </a:r>
            <a:endParaRPr lang="en-US" sz="1600" dirty="0"/>
          </a:p>
        </p:txBody>
      </p:sp>
      <p:sp>
        <p:nvSpPr>
          <p:cNvPr id="25" name="Text 19"/>
          <p:cNvSpPr txBox="1"/>
          <p:nvPr/>
        </p:nvSpPr>
        <p:spPr>
          <a:xfrm>
            <a:off x="2468880" y="3566160"/>
            <a:ext cx="6035040" cy="1051560"/>
          </a:xfrm>
          <a:prstGeom prst="rect">
            <a:avLst/>
          </a:prstGeom>
          <a:noFill/>
          <a:ln/>
        </p:spPr>
        <p:txBody>
          <a:bodyPr wrap="square" lIns="0" tIns="0" rIns="0" bIns="0" rtlCol="0" anchor="ctr"/>
          <a:lstStyle/>
          <a:p>
            <a:pPr indent="0" marL="0">
              <a:buNone/>
            </a:pPr>
            <a:r>
              <a:rPr lang="en-US" sz="1500" i="1" dirty="0">
                <a:solidFill>
                  <a:schemeClr val="bg1"/>
                </a:solidFill>
              </a:rPr>
              <a:t>Tell the story with sequencing words: "Yesterday, Sami woke up late. Then, he…"</a:t>
            </a:r>
            <a:endParaRPr lang="en-US" sz="1500" dirty="0"/>
          </a:p>
        </p:txBody>
      </p:sp>
      <p:sp>
        <p:nvSpPr>
          <p:cNvPr id="25" name="Slide Number Placeholder 0"/>
          <p:cNvSpPr>
            <a:spLocks noGrp="1"/>
          </p:cNvSpPr>
          <p:nvPr>
            <p:ph type="sldNum" sz="quarter" idx="4294967295"/>
          </p:nvPr>
        </p:nvSpPr>
        <p:spPr>
          <a:xfrm>
            <a:off x="832104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Find Someone Who…</a:t>
            </a:r>
            <a:endParaRPr lang="en-US" sz="3000" dirty="0"/>
          </a:p>
        </p:txBody>
      </p:sp>
      <p:sp>
        <p:nvSpPr>
          <p:cNvPr id="3" name="card"/>
          <p:cNvSpPr/>
          <p:nvPr/>
        </p:nvSpPr>
        <p:spPr>
          <a:xfrm>
            <a:off x="457200" y="1097280"/>
            <a:ext cx="2606040" cy="1051560"/>
          </a:xfrm>
          <a:prstGeom prst="roundRect">
            <a:avLst>
              <a:gd name="adj" fmla="val 10435"/>
            </a:avLst>
          </a:prstGeom>
          <a:solidFill>
            <a:schemeClr val="bg2"/>
          </a:solidFill>
          <a:ln w="12700">
            <a:solidFill>
              <a:schemeClr val="bg2"/>
            </a:solidFill>
            <a:prstDash val="solid"/>
          </a:ln>
        </p:spPr>
      </p:sp>
      <p:sp>
        <p:nvSpPr>
          <p:cNvPr id="4" name="icon circle"/>
          <p:cNvSpPr/>
          <p:nvPr/>
        </p:nvSpPr>
        <p:spPr>
          <a:xfrm>
            <a:off x="594360" y="1371600"/>
            <a:ext cx="502920" cy="502920"/>
          </a:xfrm>
          <a:prstGeom prst="ellipse">
            <a:avLst/>
          </a:prstGeom>
          <a:solidFill>
            <a:schemeClr val="accent1"/>
          </a:solidFill>
          <a:ln w="12700">
            <a:solidFill>
              <a:schemeClr val="accent1"/>
            </a:solidFill>
            <a:prstDash val="solid"/>
          </a:ln>
        </p:spPr>
      </p:sp>
      <p:pic>
        <p:nvPicPr>
          <p:cNvPr id="5" name="icon" descr="preencoded.png">    </p:cNvPr>
          <p:cNvPicPr>
            <a:picLocks noChangeAspect="1"/>
          </p:cNvPicPr>
          <p:nvPr/>
        </p:nvPicPr>
        <p:blipFill>
          <a:blip r:embed="rId1"/>
          <a:stretch>
            <a:fillRect/>
          </a:stretch>
        </p:blipFill>
        <p:spPr>
          <a:xfrm>
            <a:off x="730148" y="1507388"/>
            <a:ext cx="231343" cy="231343"/>
          </a:xfrm>
          <a:prstGeom prst="rect">
            <a:avLst/>
          </a:prstGeom>
        </p:spPr>
      </p:pic>
      <p:sp>
        <p:nvSpPr>
          <p:cNvPr id="6" name="Text 3"/>
          <p:cNvSpPr txBox="1"/>
          <p:nvPr/>
        </p:nvSpPr>
        <p:spPr>
          <a:xfrm>
            <a:off x="1207008" y="1097280"/>
            <a:ext cx="1783080" cy="1051560"/>
          </a:xfrm>
          <a:prstGeom prst="rect">
            <a:avLst/>
          </a:prstGeom>
          <a:noFill/>
          <a:ln/>
        </p:spPr>
        <p:txBody>
          <a:bodyPr wrap="square" lIns="0" tIns="0" rIns="0" bIns="0" rtlCol="0" anchor="ctr"/>
          <a:lstStyle/>
          <a:p>
            <a:pPr indent="0" marL="0">
              <a:buNone/>
            </a:pPr>
            <a:r>
              <a:rPr lang="en-US" sz="1400" dirty="0">
                <a:solidFill>
                  <a:schemeClr val="tx1"/>
                </a:solidFill>
              </a:rPr>
              <a:t>travelled last summer</a:t>
            </a:r>
            <a:endParaRPr lang="en-US" sz="1400" dirty="0"/>
          </a:p>
        </p:txBody>
      </p:sp>
      <p:sp>
        <p:nvSpPr>
          <p:cNvPr id="7" name="card"/>
          <p:cNvSpPr/>
          <p:nvPr/>
        </p:nvSpPr>
        <p:spPr>
          <a:xfrm>
            <a:off x="3200400" y="1097280"/>
            <a:ext cx="2606040" cy="1051560"/>
          </a:xfrm>
          <a:prstGeom prst="roundRect">
            <a:avLst>
              <a:gd name="adj" fmla="val 10435"/>
            </a:avLst>
          </a:prstGeom>
          <a:solidFill>
            <a:schemeClr val="bg2"/>
          </a:solidFill>
          <a:ln w="12700">
            <a:solidFill>
              <a:schemeClr val="bg2"/>
            </a:solidFill>
            <a:prstDash val="solid"/>
          </a:ln>
        </p:spPr>
      </p:sp>
      <p:sp>
        <p:nvSpPr>
          <p:cNvPr id="8" name="icon circle"/>
          <p:cNvSpPr/>
          <p:nvPr/>
        </p:nvSpPr>
        <p:spPr>
          <a:xfrm>
            <a:off x="3337560" y="1371600"/>
            <a:ext cx="502920" cy="502920"/>
          </a:xfrm>
          <a:prstGeom prst="ellipse">
            <a:avLst/>
          </a:prstGeom>
          <a:solidFill>
            <a:schemeClr val="accent2"/>
          </a:solidFill>
          <a:ln w="12700">
            <a:solidFill>
              <a:schemeClr val="accent2"/>
            </a:solidFill>
            <a:prstDash val="solid"/>
          </a:ln>
        </p:spPr>
      </p:sp>
      <p:pic>
        <p:nvPicPr>
          <p:cNvPr id="9" name="icon" descr="preencoded.png">    </p:cNvPr>
          <p:cNvPicPr>
            <a:picLocks noChangeAspect="1"/>
          </p:cNvPicPr>
          <p:nvPr/>
        </p:nvPicPr>
        <p:blipFill>
          <a:blip r:embed="rId2"/>
          <a:stretch>
            <a:fillRect/>
          </a:stretch>
        </p:blipFill>
        <p:spPr>
          <a:xfrm>
            <a:off x="3473348" y="1507388"/>
            <a:ext cx="231343" cy="231343"/>
          </a:xfrm>
          <a:prstGeom prst="rect">
            <a:avLst/>
          </a:prstGeom>
        </p:spPr>
      </p:pic>
      <p:sp>
        <p:nvSpPr>
          <p:cNvPr id="10" name="Text 6"/>
          <p:cNvSpPr txBox="1"/>
          <p:nvPr/>
        </p:nvSpPr>
        <p:spPr>
          <a:xfrm>
            <a:off x="3950208" y="1097280"/>
            <a:ext cx="1783080" cy="1051560"/>
          </a:xfrm>
          <a:prstGeom prst="rect">
            <a:avLst/>
          </a:prstGeom>
          <a:noFill/>
          <a:ln/>
        </p:spPr>
        <p:txBody>
          <a:bodyPr wrap="square" lIns="0" tIns="0" rIns="0" bIns="0" rtlCol="0" anchor="ctr"/>
          <a:lstStyle/>
          <a:p>
            <a:pPr indent="0" marL="0">
              <a:buNone/>
            </a:pPr>
            <a:r>
              <a:rPr lang="en-US" sz="1400" dirty="0">
                <a:solidFill>
                  <a:schemeClr val="tx1"/>
                </a:solidFill>
              </a:rPr>
              <a:t>watched a film last night</a:t>
            </a:r>
            <a:endParaRPr lang="en-US" sz="1400" dirty="0"/>
          </a:p>
        </p:txBody>
      </p:sp>
      <p:sp>
        <p:nvSpPr>
          <p:cNvPr id="11" name="card"/>
          <p:cNvSpPr/>
          <p:nvPr/>
        </p:nvSpPr>
        <p:spPr>
          <a:xfrm>
            <a:off x="457200" y="2286000"/>
            <a:ext cx="2606040" cy="1051560"/>
          </a:xfrm>
          <a:prstGeom prst="roundRect">
            <a:avLst>
              <a:gd name="adj" fmla="val 10435"/>
            </a:avLst>
          </a:prstGeom>
          <a:solidFill>
            <a:schemeClr val="bg2"/>
          </a:solidFill>
          <a:ln w="12700">
            <a:solidFill>
              <a:schemeClr val="bg2"/>
            </a:solidFill>
            <a:prstDash val="solid"/>
          </a:ln>
        </p:spPr>
      </p:sp>
      <p:sp>
        <p:nvSpPr>
          <p:cNvPr id="12" name="icon circle"/>
          <p:cNvSpPr/>
          <p:nvPr/>
        </p:nvSpPr>
        <p:spPr>
          <a:xfrm>
            <a:off x="594360" y="2560320"/>
            <a:ext cx="502920" cy="502920"/>
          </a:xfrm>
          <a:prstGeom prst="ellipse">
            <a:avLst/>
          </a:prstGeom>
          <a:solidFill>
            <a:schemeClr val="accent3"/>
          </a:solidFill>
          <a:ln w="12700">
            <a:solidFill>
              <a:schemeClr val="accent3"/>
            </a:solidFill>
            <a:prstDash val="solid"/>
          </a:ln>
        </p:spPr>
      </p:sp>
      <p:pic>
        <p:nvPicPr>
          <p:cNvPr id="13" name="icon" descr="preencoded.png">    </p:cNvPr>
          <p:cNvPicPr>
            <a:picLocks noChangeAspect="1"/>
          </p:cNvPicPr>
          <p:nvPr/>
        </p:nvPicPr>
        <p:blipFill>
          <a:blip r:embed="rId3"/>
          <a:stretch>
            <a:fillRect/>
          </a:stretch>
        </p:blipFill>
        <p:spPr>
          <a:xfrm>
            <a:off x="730148" y="2696108"/>
            <a:ext cx="231343" cy="231343"/>
          </a:xfrm>
          <a:prstGeom prst="rect">
            <a:avLst/>
          </a:prstGeom>
        </p:spPr>
      </p:pic>
      <p:sp>
        <p:nvSpPr>
          <p:cNvPr id="14" name="Text 9"/>
          <p:cNvSpPr txBox="1"/>
          <p:nvPr/>
        </p:nvSpPr>
        <p:spPr>
          <a:xfrm>
            <a:off x="1207008" y="2286000"/>
            <a:ext cx="1783080" cy="1051560"/>
          </a:xfrm>
          <a:prstGeom prst="rect">
            <a:avLst/>
          </a:prstGeom>
          <a:noFill/>
          <a:ln/>
        </p:spPr>
        <p:txBody>
          <a:bodyPr wrap="square" lIns="0" tIns="0" rIns="0" bIns="0" rtlCol="0" anchor="ctr"/>
          <a:lstStyle/>
          <a:p>
            <a:pPr indent="0" marL="0">
              <a:buNone/>
            </a:pPr>
            <a:r>
              <a:rPr lang="en-US" sz="1400" dirty="0">
                <a:solidFill>
                  <a:schemeClr val="tx1"/>
                </a:solidFill>
              </a:rPr>
              <a:t>ate couscous on Friday</a:t>
            </a:r>
            <a:endParaRPr lang="en-US" sz="1400" dirty="0"/>
          </a:p>
        </p:txBody>
      </p:sp>
      <p:sp>
        <p:nvSpPr>
          <p:cNvPr id="15" name="card"/>
          <p:cNvSpPr/>
          <p:nvPr/>
        </p:nvSpPr>
        <p:spPr>
          <a:xfrm>
            <a:off x="3200400" y="2286000"/>
            <a:ext cx="2606040" cy="1051560"/>
          </a:xfrm>
          <a:prstGeom prst="roundRect">
            <a:avLst>
              <a:gd name="adj" fmla="val 10435"/>
            </a:avLst>
          </a:prstGeom>
          <a:solidFill>
            <a:schemeClr val="bg2"/>
          </a:solidFill>
          <a:ln w="12700">
            <a:solidFill>
              <a:schemeClr val="bg2"/>
            </a:solidFill>
            <a:prstDash val="solid"/>
          </a:ln>
        </p:spPr>
      </p:sp>
      <p:sp>
        <p:nvSpPr>
          <p:cNvPr id="16" name="icon circle"/>
          <p:cNvSpPr/>
          <p:nvPr/>
        </p:nvSpPr>
        <p:spPr>
          <a:xfrm>
            <a:off x="3337560" y="2560320"/>
            <a:ext cx="502920" cy="502920"/>
          </a:xfrm>
          <a:prstGeom prst="ellipse">
            <a:avLst/>
          </a:prstGeom>
          <a:solidFill>
            <a:schemeClr val="accent4"/>
          </a:solidFill>
          <a:ln w="12700">
            <a:solidFill>
              <a:schemeClr val="accent4"/>
            </a:solidFill>
            <a:prstDash val="solid"/>
          </a:ln>
        </p:spPr>
      </p:sp>
      <p:pic>
        <p:nvPicPr>
          <p:cNvPr id="17" name="icon" descr="preencoded.png">    </p:cNvPr>
          <p:cNvPicPr>
            <a:picLocks noChangeAspect="1"/>
          </p:cNvPicPr>
          <p:nvPr/>
        </p:nvPicPr>
        <p:blipFill>
          <a:blip r:embed="rId4"/>
          <a:stretch>
            <a:fillRect/>
          </a:stretch>
        </p:blipFill>
        <p:spPr>
          <a:xfrm>
            <a:off x="3473348" y="2696108"/>
            <a:ext cx="231343" cy="231343"/>
          </a:xfrm>
          <a:prstGeom prst="rect">
            <a:avLst/>
          </a:prstGeom>
        </p:spPr>
      </p:pic>
      <p:sp>
        <p:nvSpPr>
          <p:cNvPr id="18" name="Text 12"/>
          <p:cNvSpPr txBox="1"/>
          <p:nvPr/>
        </p:nvSpPr>
        <p:spPr>
          <a:xfrm>
            <a:off x="3950208" y="2286000"/>
            <a:ext cx="1783080" cy="1051560"/>
          </a:xfrm>
          <a:prstGeom prst="rect">
            <a:avLst/>
          </a:prstGeom>
          <a:noFill/>
          <a:ln/>
        </p:spPr>
        <p:txBody>
          <a:bodyPr wrap="square" lIns="0" tIns="0" rIns="0" bIns="0" rtlCol="0" anchor="ctr"/>
          <a:lstStyle/>
          <a:p>
            <a:pPr indent="0" marL="0">
              <a:buNone/>
            </a:pPr>
            <a:r>
              <a:rPr lang="en-US" sz="1400" dirty="0">
                <a:solidFill>
                  <a:schemeClr val="tx1"/>
                </a:solidFill>
              </a:rPr>
              <a:t>got up before 6 today</a:t>
            </a:r>
            <a:endParaRPr lang="en-US" sz="1400" dirty="0"/>
          </a:p>
        </p:txBody>
      </p:sp>
      <p:sp>
        <p:nvSpPr>
          <p:cNvPr id="19" name="card"/>
          <p:cNvSpPr/>
          <p:nvPr/>
        </p:nvSpPr>
        <p:spPr>
          <a:xfrm>
            <a:off x="457200" y="3474720"/>
            <a:ext cx="2606040" cy="1051560"/>
          </a:xfrm>
          <a:prstGeom prst="roundRect">
            <a:avLst>
              <a:gd name="adj" fmla="val 10435"/>
            </a:avLst>
          </a:prstGeom>
          <a:solidFill>
            <a:schemeClr val="bg2"/>
          </a:solidFill>
          <a:ln w="12700">
            <a:solidFill>
              <a:schemeClr val="bg2"/>
            </a:solidFill>
            <a:prstDash val="solid"/>
          </a:ln>
        </p:spPr>
      </p:sp>
      <p:sp>
        <p:nvSpPr>
          <p:cNvPr id="20" name="icon circle"/>
          <p:cNvSpPr/>
          <p:nvPr/>
        </p:nvSpPr>
        <p:spPr>
          <a:xfrm>
            <a:off x="594360" y="3749040"/>
            <a:ext cx="502920" cy="502920"/>
          </a:xfrm>
          <a:prstGeom prst="ellipse">
            <a:avLst/>
          </a:prstGeom>
          <a:solidFill>
            <a:schemeClr val="accent5"/>
          </a:solidFill>
          <a:ln w="12700">
            <a:solidFill>
              <a:schemeClr val="accent5"/>
            </a:solidFill>
            <a:prstDash val="solid"/>
          </a:ln>
        </p:spPr>
      </p:sp>
      <p:pic>
        <p:nvPicPr>
          <p:cNvPr id="21" name="icon" descr="preencoded.png">    </p:cNvPr>
          <p:cNvPicPr>
            <a:picLocks noChangeAspect="1"/>
          </p:cNvPicPr>
          <p:nvPr/>
        </p:nvPicPr>
        <p:blipFill>
          <a:blip r:embed="rId5"/>
          <a:stretch>
            <a:fillRect/>
          </a:stretch>
        </p:blipFill>
        <p:spPr>
          <a:xfrm>
            <a:off x="730148" y="3884828"/>
            <a:ext cx="231343" cy="231343"/>
          </a:xfrm>
          <a:prstGeom prst="rect">
            <a:avLst/>
          </a:prstGeom>
        </p:spPr>
      </p:pic>
      <p:sp>
        <p:nvSpPr>
          <p:cNvPr id="22" name="Text 15"/>
          <p:cNvSpPr txBox="1"/>
          <p:nvPr/>
        </p:nvSpPr>
        <p:spPr>
          <a:xfrm>
            <a:off x="1207008" y="3474720"/>
            <a:ext cx="1783080" cy="1051560"/>
          </a:xfrm>
          <a:prstGeom prst="rect">
            <a:avLst/>
          </a:prstGeom>
          <a:noFill/>
          <a:ln/>
        </p:spPr>
        <p:txBody>
          <a:bodyPr wrap="square" lIns="0" tIns="0" rIns="0" bIns="0" rtlCol="0" anchor="ctr"/>
          <a:lstStyle/>
          <a:p>
            <a:pPr indent="0" marL="0">
              <a:buNone/>
            </a:pPr>
            <a:r>
              <a:rPr lang="en-US" sz="1400" dirty="0">
                <a:solidFill>
                  <a:schemeClr val="tx1"/>
                </a:solidFill>
              </a:rPr>
              <a:t>visited a museum</a:t>
            </a:r>
            <a:endParaRPr lang="en-US" sz="1400" dirty="0"/>
          </a:p>
        </p:txBody>
      </p:sp>
      <p:sp>
        <p:nvSpPr>
          <p:cNvPr id="23" name="card"/>
          <p:cNvSpPr/>
          <p:nvPr/>
        </p:nvSpPr>
        <p:spPr>
          <a:xfrm>
            <a:off x="3200400" y="3474720"/>
            <a:ext cx="2606040" cy="1051560"/>
          </a:xfrm>
          <a:prstGeom prst="roundRect">
            <a:avLst>
              <a:gd name="adj" fmla="val 10435"/>
            </a:avLst>
          </a:prstGeom>
          <a:solidFill>
            <a:schemeClr val="bg2"/>
          </a:solidFill>
          <a:ln w="12700">
            <a:solidFill>
              <a:schemeClr val="bg2"/>
            </a:solidFill>
            <a:prstDash val="solid"/>
          </a:ln>
        </p:spPr>
      </p:sp>
      <p:sp>
        <p:nvSpPr>
          <p:cNvPr id="24" name="icon circle"/>
          <p:cNvSpPr/>
          <p:nvPr/>
        </p:nvSpPr>
        <p:spPr>
          <a:xfrm>
            <a:off x="3337560" y="3749040"/>
            <a:ext cx="502920" cy="502920"/>
          </a:xfrm>
          <a:prstGeom prst="ellipse">
            <a:avLst/>
          </a:prstGeom>
          <a:solidFill>
            <a:schemeClr val="tx2"/>
          </a:solidFill>
          <a:ln w="12700">
            <a:solidFill>
              <a:schemeClr val="tx2"/>
            </a:solidFill>
            <a:prstDash val="solid"/>
          </a:ln>
        </p:spPr>
      </p:sp>
      <p:pic>
        <p:nvPicPr>
          <p:cNvPr id="25" name="icon" descr="preencoded.png">    </p:cNvPr>
          <p:cNvPicPr>
            <a:picLocks noChangeAspect="1"/>
          </p:cNvPicPr>
          <p:nvPr/>
        </p:nvPicPr>
        <p:blipFill>
          <a:blip r:embed="rId6"/>
          <a:stretch>
            <a:fillRect/>
          </a:stretch>
        </p:blipFill>
        <p:spPr>
          <a:xfrm>
            <a:off x="3473348" y="3884828"/>
            <a:ext cx="231343" cy="231343"/>
          </a:xfrm>
          <a:prstGeom prst="rect">
            <a:avLst/>
          </a:prstGeom>
        </p:spPr>
      </p:pic>
      <p:sp>
        <p:nvSpPr>
          <p:cNvPr id="26" name="Text 18"/>
          <p:cNvSpPr txBox="1"/>
          <p:nvPr/>
        </p:nvSpPr>
        <p:spPr>
          <a:xfrm>
            <a:off x="3950208" y="3474720"/>
            <a:ext cx="1783080" cy="1051560"/>
          </a:xfrm>
          <a:prstGeom prst="rect">
            <a:avLst/>
          </a:prstGeom>
          <a:noFill/>
          <a:ln/>
        </p:spPr>
        <p:txBody>
          <a:bodyPr wrap="square" lIns="0" tIns="0" rIns="0" bIns="0" rtlCol="0" anchor="ctr"/>
          <a:lstStyle/>
          <a:p>
            <a:pPr indent="0" marL="0">
              <a:buNone/>
            </a:pPr>
            <a:r>
              <a:rPr lang="en-US" sz="1400" dirty="0">
                <a:solidFill>
                  <a:schemeClr val="tx1"/>
                </a:solidFill>
              </a:rPr>
              <a:t>played football last weekend</a:t>
            </a:r>
            <a:endParaRPr lang="en-US" sz="1400" dirty="0"/>
          </a:p>
        </p:txBody>
      </p:sp>
      <p:sp>
        <p:nvSpPr>
          <p:cNvPr id="27" name="card"/>
          <p:cNvSpPr/>
          <p:nvPr/>
        </p:nvSpPr>
        <p:spPr>
          <a:xfrm>
            <a:off x="6035040" y="1097280"/>
            <a:ext cx="2651760" cy="3520440"/>
          </a:xfrm>
          <a:prstGeom prst="roundRect">
            <a:avLst>
              <a:gd name="adj" fmla="val 4138"/>
            </a:avLst>
          </a:prstGeom>
          <a:solidFill>
            <a:schemeClr val="accent3"/>
          </a:solidFill>
          <a:ln w="12700">
            <a:solidFill>
              <a:schemeClr val="accent3"/>
            </a:solidFill>
            <a:prstDash val="solid"/>
          </a:ln>
        </p:spPr>
      </p:sp>
      <p:sp>
        <p:nvSpPr>
          <p:cNvPr id="28" name="Text 20"/>
          <p:cNvSpPr txBox="1"/>
          <p:nvPr/>
        </p:nvSpPr>
        <p:spPr>
          <a:xfrm>
            <a:off x="6263640" y="1280160"/>
            <a:ext cx="2194560" cy="365760"/>
          </a:xfrm>
          <a:prstGeom prst="rect">
            <a:avLst/>
          </a:prstGeom>
          <a:noFill/>
          <a:ln/>
        </p:spPr>
        <p:txBody>
          <a:bodyPr wrap="square" lIns="0" tIns="0" rIns="0" bIns="0" rtlCol="0" anchor="t"/>
          <a:lstStyle/>
          <a:p>
            <a:pPr indent="0" marL="0">
              <a:buNone/>
            </a:pPr>
            <a:r>
              <a:rPr lang="en-US" sz="1600" b="1" dirty="0">
                <a:solidFill>
                  <a:schemeClr val="bg1"/>
                </a:solidFill>
              </a:rPr>
              <a:t>How to play</a:t>
            </a:r>
            <a:endParaRPr lang="en-US" sz="1600" dirty="0"/>
          </a:p>
        </p:txBody>
      </p:sp>
      <p:sp>
        <p:nvSpPr>
          <p:cNvPr id="29" name="Text 21"/>
          <p:cNvSpPr txBox="1"/>
          <p:nvPr/>
        </p:nvSpPr>
        <p:spPr>
          <a:xfrm>
            <a:off x="6263640" y="1737360"/>
            <a:ext cx="224028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Stand up and move.</a:t>
            </a:r>
            <a:endParaRPr lang="en-US" sz="1400" dirty="0"/>
          </a:p>
          <a:p>
            <a:pPr marL="342900" indent="-342900">
              <a:spcAft>
                <a:spcPts val="600"/>
              </a:spcAft>
              <a:buSzPct val="100000"/>
              <a:buChar char="•"/>
            </a:pPr>
            <a:r>
              <a:rPr lang="en-US" sz="1400" dirty="0">
                <a:solidFill>
                  <a:schemeClr val="bg1"/>
                </a:solidFill>
              </a:rPr>
              <a:t>Ask: "Did you…?"</a:t>
            </a:r>
            <a:endParaRPr lang="en-US" sz="1400" dirty="0"/>
          </a:p>
          <a:p>
            <a:pPr marL="342900" indent="-342900">
              <a:spcAft>
                <a:spcPts val="600"/>
              </a:spcAft>
              <a:buSzPct val="100000"/>
              <a:buChar char="•"/>
            </a:pPr>
            <a:r>
              <a:rPr lang="en-US" sz="1400" dirty="0">
                <a:solidFill>
                  <a:schemeClr val="bg1"/>
                </a:solidFill>
              </a:rPr>
              <a:t>Yes → write the name.</a:t>
            </a:r>
            <a:endParaRPr lang="en-US" sz="1400" dirty="0"/>
          </a:p>
          <a:p>
            <a:pPr marL="342900" indent="-342900">
              <a:spcAft>
                <a:spcPts val="600"/>
              </a:spcAft>
              <a:buSzPct val="100000"/>
              <a:buChar char="•"/>
            </a:pPr>
            <a:r>
              <a:rPr lang="en-US" sz="1400" dirty="0">
                <a:solidFill>
                  <a:schemeClr val="bg1"/>
                </a:solidFill>
              </a:rPr>
              <a:t>Ask one more question: "Where? When?"</a:t>
            </a:r>
            <a:endParaRPr lang="en-US" sz="1400" dirty="0"/>
          </a:p>
          <a:p>
            <a:pPr marL="342900" indent="-342900">
              <a:spcAft>
                <a:spcPts val="600"/>
              </a:spcAft>
              <a:buSzPct val="100000"/>
              <a:buChar char="•"/>
            </a:pPr>
            <a:r>
              <a:rPr lang="en-US" sz="1400" dirty="0">
                <a:solidFill>
                  <a:schemeClr val="bg1"/>
                </a:solidFill>
              </a:rPr>
              <a:t>First to finish wins!</a:t>
            </a:r>
            <a:endParaRPr lang="en-US" sz="1400" dirty="0"/>
          </a:p>
        </p:txBody>
      </p:sp>
      <p:sp>
        <p:nvSpPr>
          <p:cNvPr id="25" name="Slide Number Placeholder 0"/>
          <p:cNvSpPr>
            <a:spLocks noGrp="1"/>
          </p:cNvSpPr>
          <p:nvPr>
            <p:ph type="sldNum" sz="quarter" idx="4294967295"/>
          </p:nvPr>
        </p:nvSpPr>
        <p:spPr>
          <a:xfrm>
            <a:off x="832104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Two Truths and a Lie</a:t>
            </a:r>
            <a:endParaRPr lang="en-US" sz="3000" dirty="0"/>
          </a:p>
        </p:txBody>
      </p:sp>
      <p:sp>
        <p:nvSpPr>
          <p:cNvPr id="3" name="card"/>
          <p:cNvSpPr/>
          <p:nvPr/>
        </p:nvSpPr>
        <p:spPr>
          <a:xfrm>
            <a:off x="457200" y="1097280"/>
            <a:ext cx="5120640" cy="3520440"/>
          </a:xfrm>
          <a:prstGeom prst="roundRect">
            <a:avLst>
              <a:gd name="adj" fmla="val 3117"/>
            </a:avLst>
          </a:prstGeom>
          <a:solidFill>
            <a:schemeClr val="bg2"/>
          </a:solidFill>
          <a:ln w="12700">
            <a:solidFill>
              <a:schemeClr val="bg2"/>
            </a:solidFill>
            <a:prstDash val="solid"/>
          </a:ln>
        </p:spPr>
      </p:sp>
      <p:sp>
        <p:nvSpPr>
          <p:cNvPr id="4" name="icon circle"/>
          <p:cNvSpPr/>
          <p:nvPr/>
        </p:nvSpPr>
        <p:spPr>
          <a:xfrm>
            <a:off x="685800" y="1280160"/>
            <a:ext cx="502920" cy="502920"/>
          </a:xfrm>
          <a:prstGeom prst="ellipse">
            <a:avLst/>
          </a:prstGeom>
          <a:solidFill>
            <a:schemeClr val="accent2"/>
          </a:solidFill>
          <a:ln w="12700">
            <a:solidFill>
              <a:schemeClr val="accent2"/>
            </a:solidFill>
            <a:prstDash val="solid"/>
          </a:ln>
        </p:spPr>
      </p:sp>
      <p:pic>
        <p:nvPicPr>
          <p:cNvPr id="5" name="icon" descr="preencoded.png">    </p:cNvPr>
          <p:cNvPicPr>
            <a:picLocks noChangeAspect="1"/>
          </p:cNvPicPr>
          <p:nvPr/>
        </p:nvPicPr>
        <p:blipFill>
          <a:blip r:embed="rId1"/>
          <a:stretch>
            <a:fillRect/>
          </a:stretch>
        </p:blipFill>
        <p:spPr>
          <a:xfrm>
            <a:off x="821588" y="1415948"/>
            <a:ext cx="231343" cy="231343"/>
          </a:xfrm>
          <a:prstGeom prst="rect">
            <a:avLst/>
          </a:prstGeom>
        </p:spPr>
      </p:pic>
      <p:sp>
        <p:nvSpPr>
          <p:cNvPr id="6" name="Text 3"/>
          <p:cNvSpPr txBox="1"/>
          <p:nvPr/>
        </p:nvSpPr>
        <p:spPr>
          <a:xfrm>
            <a:off x="1325880" y="1280160"/>
            <a:ext cx="3931920" cy="502920"/>
          </a:xfrm>
          <a:prstGeom prst="rect">
            <a:avLst/>
          </a:prstGeom>
          <a:noFill/>
          <a:ln/>
        </p:spPr>
        <p:txBody>
          <a:bodyPr wrap="square" lIns="0" tIns="0" rIns="0" bIns="0" rtlCol="0" anchor="ctr"/>
          <a:lstStyle/>
          <a:p>
            <a:pPr indent="0" marL="0">
              <a:buNone/>
            </a:pPr>
            <a:r>
              <a:rPr lang="en-US" sz="1600" b="1" dirty="0">
                <a:solidFill>
                  <a:schemeClr val="tx2"/>
                </a:solidFill>
              </a:rPr>
              <a:t>Example</a:t>
            </a:r>
            <a:endParaRPr lang="en-US" sz="1600" dirty="0"/>
          </a:p>
        </p:txBody>
      </p:sp>
      <p:sp>
        <p:nvSpPr>
          <p:cNvPr id="7" name="number"/>
          <p:cNvSpPr/>
          <p:nvPr/>
        </p:nvSpPr>
        <p:spPr>
          <a:xfrm>
            <a:off x="685800" y="2011680"/>
            <a:ext cx="457200" cy="457200"/>
          </a:xfrm>
          <a:prstGeom prst="ellipse">
            <a:avLst/>
          </a:prstGeom>
          <a:solidFill>
            <a:schemeClr val="accent3"/>
          </a:solidFill>
          <a:ln w="12700">
            <a:solidFill>
              <a:schemeClr val="accent3"/>
            </a:solidFill>
            <a:prstDash val="solid"/>
          </a:ln>
        </p:spPr>
      </p:sp>
      <p:sp>
        <p:nvSpPr>
          <p:cNvPr id="8" name="Text 5"/>
          <p:cNvSpPr txBox="1"/>
          <p:nvPr/>
        </p:nvSpPr>
        <p:spPr>
          <a:xfrm>
            <a:off x="685800" y="20116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9" name="Text 6"/>
          <p:cNvSpPr txBox="1"/>
          <p:nvPr/>
        </p:nvSpPr>
        <p:spPr>
          <a:xfrm>
            <a:off x="1325880" y="2011680"/>
            <a:ext cx="4023360" cy="457200"/>
          </a:xfrm>
          <a:prstGeom prst="rect">
            <a:avLst/>
          </a:prstGeom>
          <a:noFill/>
          <a:ln/>
        </p:spPr>
        <p:txBody>
          <a:bodyPr wrap="square" lIns="0" tIns="0" rIns="0" bIns="0" rtlCol="0" anchor="ctr"/>
          <a:lstStyle/>
          <a:p>
            <a:pPr indent="0" marL="0">
              <a:buNone/>
            </a:pPr>
            <a:r>
              <a:rPr lang="en-US" sz="1500" dirty="0">
                <a:solidFill>
                  <a:schemeClr val="tx1"/>
                </a:solidFill>
              </a:rPr>
              <a:t>Last year, I met a famous footballer.</a:t>
            </a:r>
            <a:endParaRPr lang="en-US" sz="1500" dirty="0"/>
          </a:p>
        </p:txBody>
      </p:sp>
      <p:sp>
        <p:nvSpPr>
          <p:cNvPr id="10" name="number"/>
          <p:cNvSpPr/>
          <p:nvPr/>
        </p:nvSpPr>
        <p:spPr>
          <a:xfrm>
            <a:off x="685800" y="2788920"/>
            <a:ext cx="457200" cy="457200"/>
          </a:xfrm>
          <a:prstGeom prst="ellipse">
            <a:avLst/>
          </a:prstGeom>
          <a:solidFill>
            <a:schemeClr val="accent4"/>
          </a:solidFill>
          <a:ln w="12700">
            <a:solidFill>
              <a:schemeClr val="accent4"/>
            </a:solidFill>
            <a:prstDash val="solid"/>
          </a:ln>
        </p:spPr>
      </p:sp>
      <p:sp>
        <p:nvSpPr>
          <p:cNvPr id="11" name="Text 8"/>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9"/>
          <p:cNvSpPr txBox="1"/>
          <p:nvPr/>
        </p:nvSpPr>
        <p:spPr>
          <a:xfrm>
            <a:off x="1325880" y="2788920"/>
            <a:ext cx="4023360" cy="457200"/>
          </a:xfrm>
          <a:prstGeom prst="rect">
            <a:avLst/>
          </a:prstGeom>
          <a:noFill/>
          <a:ln/>
        </p:spPr>
        <p:txBody>
          <a:bodyPr wrap="square" lIns="0" tIns="0" rIns="0" bIns="0" rtlCol="0" anchor="ctr"/>
          <a:lstStyle/>
          <a:p>
            <a:pPr indent="0" marL="0">
              <a:buNone/>
            </a:pPr>
            <a:r>
              <a:rPr lang="en-US" sz="1500" dirty="0">
                <a:solidFill>
                  <a:schemeClr val="tx1"/>
                </a:solidFill>
              </a:rPr>
              <a:t>When I was 8, I broke my arm.</a:t>
            </a:r>
            <a:endParaRPr lang="en-US" sz="1500" dirty="0"/>
          </a:p>
        </p:txBody>
      </p:sp>
      <p:sp>
        <p:nvSpPr>
          <p:cNvPr id="13" name="number"/>
          <p:cNvSpPr/>
          <p:nvPr/>
        </p:nvSpPr>
        <p:spPr>
          <a:xfrm>
            <a:off x="685800" y="3566160"/>
            <a:ext cx="457200" cy="457200"/>
          </a:xfrm>
          <a:prstGeom prst="ellipse">
            <a:avLst/>
          </a:prstGeom>
          <a:solidFill>
            <a:schemeClr val="accent5"/>
          </a:solidFill>
          <a:ln w="12700">
            <a:solidFill>
              <a:schemeClr val="accent5"/>
            </a:solidFill>
            <a:prstDash val="solid"/>
          </a:ln>
        </p:spPr>
      </p:sp>
      <p:sp>
        <p:nvSpPr>
          <p:cNvPr id="14" name="Text 11"/>
          <p:cNvSpPr txBox="1"/>
          <p:nvPr/>
        </p:nvSpPr>
        <p:spPr>
          <a:xfrm>
            <a:off x="685800" y="35661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Text 12"/>
          <p:cNvSpPr txBox="1"/>
          <p:nvPr/>
        </p:nvSpPr>
        <p:spPr>
          <a:xfrm>
            <a:off x="1325880" y="3566160"/>
            <a:ext cx="4023360" cy="457200"/>
          </a:xfrm>
          <a:prstGeom prst="rect">
            <a:avLst/>
          </a:prstGeom>
          <a:noFill/>
          <a:ln/>
        </p:spPr>
        <p:txBody>
          <a:bodyPr wrap="square" lIns="0" tIns="0" rIns="0" bIns="0" rtlCol="0" anchor="ctr"/>
          <a:lstStyle/>
          <a:p>
            <a:pPr indent="0" marL="0">
              <a:buNone/>
            </a:pPr>
            <a:r>
              <a:rPr lang="en-US" sz="1500" dirty="0">
                <a:solidFill>
                  <a:schemeClr val="tx1"/>
                </a:solidFill>
              </a:rPr>
              <a:t>Yesterday, I ate pizza for breakfast.</a:t>
            </a:r>
            <a:endParaRPr lang="en-US" sz="1500" dirty="0"/>
          </a:p>
        </p:txBody>
      </p:sp>
      <p:sp>
        <p:nvSpPr>
          <p:cNvPr id="16" name="card"/>
          <p:cNvSpPr/>
          <p:nvPr/>
        </p:nvSpPr>
        <p:spPr>
          <a:xfrm>
            <a:off x="5806440" y="1097280"/>
            <a:ext cx="2880360" cy="3520440"/>
          </a:xfrm>
          <a:prstGeom prst="roundRect">
            <a:avLst>
              <a:gd name="adj" fmla="val 3810"/>
            </a:avLst>
          </a:prstGeom>
          <a:solidFill>
            <a:schemeClr val="tx2"/>
          </a:solidFill>
          <a:ln w="12700">
            <a:solidFill>
              <a:schemeClr val="tx2"/>
            </a:solidFill>
            <a:prstDash val="solid"/>
          </a:ln>
        </p:spPr>
      </p:sp>
      <p:sp>
        <p:nvSpPr>
          <p:cNvPr id="17" name="Text 14"/>
          <p:cNvSpPr txBox="1"/>
          <p:nvPr/>
        </p:nvSpPr>
        <p:spPr>
          <a:xfrm>
            <a:off x="6035040" y="1280160"/>
            <a:ext cx="2423160" cy="365760"/>
          </a:xfrm>
          <a:prstGeom prst="rect">
            <a:avLst/>
          </a:prstGeom>
          <a:noFill/>
          <a:ln/>
        </p:spPr>
        <p:txBody>
          <a:bodyPr wrap="square" lIns="0" tIns="0" rIns="0" bIns="0" rtlCol="0" anchor="t"/>
          <a:lstStyle/>
          <a:p>
            <a:pPr indent="0" marL="0">
              <a:buNone/>
            </a:pPr>
            <a:r>
              <a:rPr lang="en-US" sz="1600" b="1" dirty="0">
                <a:solidFill>
                  <a:schemeClr val="accent2"/>
                </a:solidFill>
              </a:rPr>
              <a:t>Rules</a:t>
            </a:r>
            <a:endParaRPr lang="en-US" sz="1600" dirty="0"/>
          </a:p>
        </p:txBody>
      </p:sp>
      <p:sp>
        <p:nvSpPr>
          <p:cNvPr id="18" name="Text 15"/>
          <p:cNvSpPr txBox="1"/>
          <p:nvPr/>
        </p:nvSpPr>
        <p:spPr>
          <a:xfrm>
            <a:off x="6035040" y="1737360"/>
            <a:ext cx="246888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Say 3 sentences about your past.</a:t>
            </a:r>
            <a:endParaRPr lang="en-US" sz="1400" dirty="0"/>
          </a:p>
          <a:p>
            <a:pPr marL="342900" indent="-342900">
              <a:spcAft>
                <a:spcPts val="600"/>
              </a:spcAft>
              <a:buSzPct val="100000"/>
              <a:buChar char="•"/>
            </a:pPr>
            <a:r>
              <a:rPr lang="en-US" sz="1400" dirty="0">
                <a:solidFill>
                  <a:schemeClr val="bg1"/>
                </a:solidFill>
              </a:rPr>
              <a:t>Two are true, one is a lie.</a:t>
            </a:r>
            <a:endParaRPr lang="en-US" sz="1400" dirty="0"/>
          </a:p>
          <a:p>
            <a:pPr marL="342900" indent="-342900">
              <a:spcAft>
                <a:spcPts val="600"/>
              </a:spcAft>
              <a:buSzPct val="100000"/>
              <a:buChar char="•"/>
            </a:pPr>
            <a:r>
              <a:rPr lang="en-US" sz="1400" dirty="0">
                <a:solidFill>
                  <a:schemeClr val="bg1"/>
                </a:solidFill>
              </a:rPr>
              <a:t>The class asks questions.</a:t>
            </a:r>
            <a:endParaRPr lang="en-US" sz="1400" dirty="0"/>
          </a:p>
          <a:p>
            <a:pPr marL="342900" indent="-342900">
              <a:spcAft>
                <a:spcPts val="600"/>
              </a:spcAft>
              <a:buSzPct val="100000"/>
              <a:buChar char="•"/>
            </a:pPr>
            <a:r>
              <a:rPr lang="en-US" sz="1400" dirty="0">
                <a:solidFill>
                  <a:schemeClr val="bg1"/>
                </a:solidFill>
              </a:rPr>
              <a:t>Then they guess the lie!</a:t>
            </a:r>
            <a:endParaRPr lang="en-US" sz="1400" dirty="0"/>
          </a:p>
        </p:txBody>
      </p:sp>
      <p:sp>
        <p:nvSpPr>
          <p:cNvPr id="25" name="Slide Number Placeholder 0"/>
          <p:cNvSpPr>
            <a:spLocks noGrp="1"/>
          </p:cNvSpPr>
          <p:nvPr>
            <p:ph type="sldNum" sz="quarter" idx="4294967295"/>
          </p:nvPr>
        </p:nvSpPr>
        <p:spPr>
          <a:xfrm>
            <a:off x="832104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Final Task: An Unforgettable Day</a:t>
            </a:r>
            <a:endParaRPr lang="en-US" sz="3000" dirty="0"/>
          </a:p>
        </p:txBody>
      </p:sp>
      <p:sp>
        <p:nvSpPr>
          <p:cNvPr id="3" name="card"/>
          <p:cNvSpPr/>
          <p:nvPr/>
        </p:nvSpPr>
        <p:spPr>
          <a:xfrm>
            <a:off x="457200" y="1097280"/>
            <a:ext cx="4206240" cy="1051560"/>
          </a:xfrm>
          <a:prstGeom prst="roundRect">
            <a:avLst>
              <a:gd name="adj" fmla="val 10435"/>
            </a:avLst>
          </a:prstGeom>
          <a:solidFill>
            <a:schemeClr val="bg2"/>
          </a:solidFill>
          <a:ln w="12700">
            <a:solidFill>
              <a:schemeClr val="bg2"/>
            </a:solidFill>
            <a:prstDash val="solid"/>
          </a:ln>
        </p:spPr>
      </p:sp>
      <p:sp>
        <p:nvSpPr>
          <p:cNvPr id="4" name="icon circle"/>
          <p:cNvSpPr/>
          <p:nvPr/>
        </p:nvSpPr>
        <p:spPr>
          <a:xfrm>
            <a:off x="640080" y="1325880"/>
            <a:ext cx="594360" cy="594360"/>
          </a:xfrm>
          <a:prstGeom prst="ellipse">
            <a:avLst/>
          </a:prstGeom>
          <a:solidFill>
            <a:schemeClr val="accent1"/>
          </a:solidFill>
          <a:ln w="12700">
            <a:solidFill>
              <a:schemeClr val="accent1"/>
            </a:solidFill>
            <a:prstDash val="solid"/>
          </a:ln>
        </p:spPr>
      </p:sp>
      <p:pic>
        <p:nvPicPr>
          <p:cNvPr id="5" name="icon" descr="preencoded.png">    </p:cNvPr>
          <p:cNvPicPr>
            <a:picLocks noChangeAspect="1"/>
          </p:cNvPicPr>
          <p:nvPr/>
        </p:nvPicPr>
        <p:blipFill>
          <a:blip r:embed="rId1"/>
          <a:stretch>
            <a:fillRect/>
          </a:stretch>
        </p:blipFill>
        <p:spPr>
          <a:xfrm>
            <a:off x="800557" y="1486357"/>
            <a:ext cx="273406" cy="273406"/>
          </a:xfrm>
          <a:prstGeom prst="rect">
            <a:avLst/>
          </a:prstGeom>
        </p:spPr>
      </p:pic>
      <p:sp>
        <p:nvSpPr>
          <p:cNvPr id="6" name="Text 3"/>
          <p:cNvSpPr txBox="1"/>
          <p:nvPr/>
        </p:nvSpPr>
        <p:spPr>
          <a:xfrm>
            <a:off x="1417320" y="1234440"/>
            <a:ext cx="3108960" cy="365760"/>
          </a:xfrm>
          <a:prstGeom prst="rect">
            <a:avLst/>
          </a:prstGeom>
          <a:noFill/>
          <a:ln/>
        </p:spPr>
        <p:txBody>
          <a:bodyPr wrap="square" lIns="0" tIns="0" rIns="0" bIns="0" rtlCol="0" anchor="t"/>
          <a:lstStyle/>
          <a:p>
            <a:pPr indent="0" marL="0">
              <a:buNone/>
            </a:pPr>
            <a:r>
              <a:rPr lang="en-US" sz="1600" b="1" dirty="0">
                <a:solidFill>
                  <a:schemeClr val="tx2"/>
                </a:solidFill>
              </a:rPr>
              <a:t>1. Plan</a:t>
            </a:r>
            <a:endParaRPr lang="en-US" sz="1600" dirty="0"/>
          </a:p>
        </p:txBody>
      </p:sp>
      <p:sp>
        <p:nvSpPr>
          <p:cNvPr id="7" name="Text 4"/>
          <p:cNvSpPr txBox="1"/>
          <p:nvPr/>
        </p:nvSpPr>
        <p:spPr>
          <a:xfrm>
            <a:off x="1417320" y="1600200"/>
            <a:ext cx="3108960" cy="411480"/>
          </a:xfrm>
          <a:prstGeom prst="rect">
            <a:avLst/>
          </a:prstGeom>
          <a:noFill/>
          <a:ln/>
        </p:spPr>
        <p:txBody>
          <a:bodyPr wrap="square" lIns="0" tIns="0" rIns="0" bIns="0" rtlCol="0" anchor="t"/>
          <a:lstStyle/>
          <a:p>
            <a:pPr indent="0" marL="0">
              <a:buNone/>
            </a:pPr>
            <a:r>
              <a:rPr lang="en-US" sz="1400" dirty="0">
                <a:solidFill>
                  <a:schemeClr val="tx1"/>
                </a:solidFill>
              </a:rPr>
              <a:t>Fill in your story map</a:t>
            </a:r>
            <a:endParaRPr lang="en-US" sz="1400" dirty="0"/>
          </a:p>
        </p:txBody>
      </p:sp>
      <p:sp>
        <p:nvSpPr>
          <p:cNvPr id="8" name="card"/>
          <p:cNvSpPr/>
          <p:nvPr/>
        </p:nvSpPr>
        <p:spPr>
          <a:xfrm>
            <a:off x="457200" y="2286000"/>
            <a:ext cx="4206240" cy="1051560"/>
          </a:xfrm>
          <a:prstGeom prst="roundRect">
            <a:avLst>
              <a:gd name="adj" fmla="val 10435"/>
            </a:avLst>
          </a:prstGeom>
          <a:solidFill>
            <a:schemeClr val="bg2"/>
          </a:solidFill>
          <a:ln w="12700">
            <a:solidFill>
              <a:schemeClr val="bg2"/>
            </a:solidFill>
            <a:prstDash val="solid"/>
          </a:ln>
        </p:spPr>
      </p:sp>
      <p:sp>
        <p:nvSpPr>
          <p:cNvPr id="9" name="icon circle"/>
          <p:cNvSpPr/>
          <p:nvPr/>
        </p:nvSpPr>
        <p:spPr>
          <a:xfrm>
            <a:off x="640080" y="2514600"/>
            <a:ext cx="594360" cy="594360"/>
          </a:xfrm>
          <a:prstGeom prst="ellipse">
            <a:avLst/>
          </a:prstGeom>
          <a:solidFill>
            <a:schemeClr val="accent2"/>
          </a:solidFill>
          <a:ln w="12700">
            <a:solidFill>
              <a:schemeClr val="accent2"/>
            </a:solidFill>
            <a:prstDash val="solid"/>
          </a:ln>
        </p:spPr>
      </p:sp>
      <p:pic>
        <p:nvPicPr>
          <p:cNvPr id="10" name="icon" descr="preencoded.png">    </p:cNvPr>
          <p:cNvPicPr>
            <a:picLocks noChangeAspect="1"/>
          </p:cNvPicPr>
          <p:nvPr/>
        </p:nvPicPr>
        <p:blipFill>
          <a:blip r:embed="rId2"/>
          <a:stretch>
            <a:fillRect/>
          </a:stretch>
        </p:blipFill>
        <p:spPr>
          <a:xfrm>
            <a:off x="800557" y="2675077"/>
            <a:ext cx="273406" cy="273406"/>
          </a:xfrm>
          <a:prstGeom prst="rect">
            <a:avLst/>
          </a:prstGeom>
        </p:spPr>
      </p:pic>
      <p:sp>
        <p:nvSpPr>
          <p:cNvPr id="11" name="Text 7"/>
          <p:cNvSpPr txBox="1"/>
          <p:nvPr/>
        </p:nvSpPr>
        <p:spPr>
          <a:xfrm>
            <a:off x="1417320" y="2423160"/>
            <a:ext cx="3108960" cy="365760"/>
          </a:xfrm>
          <a:prstGeom prst="rect">
            <a:avLst/>
          </a:prstGeom>
          <a:noFill/>
          <a:ln/>
        </p:spPr>
        <p:txBody>
          <a:bodyPr wrap="square" lIns="0" tIns="0" rIns="0" bIns="0" rtlCol="0" anchor="t"/>
          <a:lstStyle/>
          <a:p>
            <a:pPr indent="0" marL="0">
              <a:buNone/>
            </a:pPr>
            <a:r>
              <a:rPr lang="en-US" sz="1600" b="1" dirty="0">
                <a:solidFill>
                  <a:schemeClr val="tx2"/>
                </a:solidFill>
              </a:rPr>
              <a:t>2. Practise</a:t>
            </a:r>
            <a:endParaRPr lang="en-US" sz="1600" dirty="0"/>
          </a:p>
        </p:txBody>
      </p:sp>
      <p:sp>
        <p:nvSpPr>
          <p:cNvPr id="12" name="Text 8"/>
          <p:cNvSpPr txBox="1"/>
          <p:nvPr/>
        </p:nvSpPr>
        <p:spPr>
          <a:xfrm>
            <a:off x="1417320" y="2788920"/>
            <a:ext cx="3108960" cy="411480"/>
          </a:xfrm>
          <a:prstGeom prst="rect">
            <a:avLst/>
          </a:prstGeom>
          <a:noFill/>
          <a:ln/>
        </p:spPr>
        <p:txBody>
          <a:bodyPr wrap="square" lIns="0" tIns="0" rIns="0" bIns="0" rtlCol="0" anchor="t"/>
          <a:lstStyle/>
          <a:p>
            <a:pPr indent="0" marL="0">
              <a:buNone/>
            </a:pPr>
            <a:r>
              <a:rPr lang="en-US" sz="1400" dirty="0">
                <a:solidFill>
                  <a:schemeClr val="tx1"/>
                </a:solidFill>
              </a:rPr>
              <a:t>Tell your story to a partner</a:t>
            </a:r>
            <a:endParaRPr lang="en-US" sz="1400" dirty="0"/>
          </a:p>
        </p:txBody>
      </p:sp>
      <p:sp>
        <p:nvSpPr>
          <p:cNvPr id="13" name="card"/>
          <p:cNvSpPr/>
          <p:nvPr/>
        </p:nvSpPr>
        <p:spPr>
          <a:xfrm>
            <a:off x="457200" y="3474720"/>
            <a:ext cx="4206240" cy="1051560"/>
          </a:xfrm>
          <a:prstGeom prst="roundRect">
            <a:avLst>
              <a:gd name="adj" fmla="val 10435"/>
            </a:avLst>
          </a:prstGeom>
          <a:solidFill>
            <a:schemeClr val="bg2"/>
          </a:solidFill>
          <a:ln w="12700">
            <a:solidFill>
              <a:schemeClr val="bg2"/>
            </a:solidFill>
            <a:prstDash val="solid"/>
          </a:ln>
        </p:spPr>
      </p:sp>
      <p:sp>
        <p:nvSpPr>
          <p:cNvPr id="14" name="icon circle"/>
          <p:cNvSpPr/>
          <p:nvPr/>
        </p:nvSpPr>
        <p:spPr>
          <a:xfrm>
            <a:off x="640080" y="3703320"/>
            <a:ext cx="594360" cy="594360"/>
          </a:xfrm>
          <a:prstGeom prst="ellipse">
            <a:avLst/>
          </a:prstGeom>
          <a:solidFill>
            <a:schemeClr val="accent3"/>
          </a:solidFill>
          <a:ln w="12700">
            <a:solidFill>
              <a:schemeClr val="accent3"/>
            </a:solidFill>
            <a:prstDash val="solid"/>
          </a:ln>
        </p:spPr>
      </p:sp>
      <p:pic>
        <p:nvPicPr>
          <p:cNvPr id="15" name="icon" descr="preencoded.png">    </p:cNvPr>
          <p:cNvPicPr>
            <a:picLocks noChangeAspect="1"/>
          </p:cNvPicPr>
          <p:nvPr/>
        </p:nvPicPr>
        <p:blipFill>
          <a:blip r:embed="rId3"/>
          <a:stretch>
            <a:fillRect/>
          </a:stretch>
        </p:blipFill>
        <p:spPr>
          <a:xfrm>
            <a:off x="800557" y="3863797"/>
            <a:ext cx="273406" cy="273406"/>
          </a:xfrm>
          <a:prstGeom prst="rect">
            <a:avLst/>
          </a:prstGeom>
        </p:spPr>
      </p:pic>
      <p:sp>
        <p:nvSpPr>
          <p:cNvPr id="16" name="Text 11"/>
          <p:cNvSpPr txBox="1"/>
          <p:nvPr/>
        </p:nvSpPr>
        <p:spPr>
          <a:xfrm>
            <a:off x="1417320" y="3611880"/>
            <a:ext cx="3108960" cy="365760"/>
          </a:xfrm>
          <a:prstGeom prst="rect">
            <a:avLst/>
          </a:prstGeom>
          <a:noFill/>
          <a:ln/>
        </p:spPr>
        <p:txBody>
          <a:bodyPr wrap="square" lIns="0" tIns="0" rIns="0" bIns="0" rtlCol="0" anchor="t"/>
          <a:lstStyle/>
          <a:p>
            <a:pPr indent="0" marL="0">
              <a:buNone/>
            </a:pPr>
            <a:r>
              <a:rPr lang="en-US" sz="1600" b="1" dirty="0">
                <a:solidFill>
                  <a:schemeClr val="tx2"/>
                </a:solidFill>
              </a:rPr>
              <a:t>3. Present</a:t>
            </a:r>
            <a:endParaRPr lang="en-US" sz="1600" dirty="0"/>
          </a:p>
        </p:txBody>
      </p:sp>
      <p:sp>
        <p:nvSpPr>
          <p:cNvPr id="17" name="Text 12"/>
          <p:cNvSpPr txBox="1"/>
          <p:nvPr/>
        </p:nvSpPr>
        <p:spPr>
          <a:xfrm>
            <a:off x="1417320" y="3977640"/>
            <a:ext cx="3108960" cy="411480"/>
          </a:xfrm>
          <a:prstGeom prst="rect">
            <a:avLst/>
          </a:prstGeom>
          <a:noFill/>
          <a:ln/>
        </p:spPr>
        <p:txBody>
          <a:bodyPr wrap="square" lIns="0" tIns="0" rIns="0" bIns="0" rtlCol="0" anchor="t"/>
          <a:lstStyle/>
          <a:p>
            <a:pPr indent="0" marL="0">
              <a:buNone/>
            </a:pPr>
            <a:r>
              <a:rPr lang="en-US" sz="1400" dirty="0">
                <a:solidFill>
                  <a:schemeClr val="tx1"/>
                </a:solidFill>
              </a:rPr>
              <a:t>Speak for one minute to the class</a:t>
            </a:r>
            <a:endParaRPr lang="en-US" sz="1400" dirty="0"/>
          </a:p>
        </p:txBody>
      </p:sp>
      <p:sp>
        <p:nvSpPr>
          <p:cNvPr id="18" name="card"/>
          <p:cNvSpPr/>
          <p:nvPr/>
        </p:nvSpPr>
        <p:spPr>
          <a:xfrm>
            <a:off x="4937760" y="1097280"/>
            <a:ext cx="3749040" cy="3429000"/>
          </a:xfrm>
          <a:prstGeom prst="roundRect">
            <a:avLst>
              <a:gd name="adj" fmla="val 3200"/>
            </a:avLst>
          </a:prstGeom>
          <a:solidFill>
            <a:schemeClr val="tx2"/>
          </a:solidFill>
          <a:ln w="12700">
            <a:solidFill>
              <a:schemeClr val="tx2"/>
            </a:solidFill>
            <a:prstDash val="solid"/>
          </a:ln>
        </p:spPr>
      </p:sp>
      <p:sp>
        <p:nvSpPr>
          <p:cNvPr id="19" name="Text 14"/>
          <p:cNvSpPr txBox="1"/>
          <p:nvPr/>
        </p:nvSpPr>
        <p:spPr>
          <a:xfrm>
            <a:off x="5166360" y="1280160"/>
            <a:ext cx="3291840" cy="365760"/>
          </a:xfrm>
          <a:prstGeom prst="rect">
            <a:avLst/>
          </a:prstGeom>
          <a:noFill/>
          <a:ln/>
        </p:spPr>
        <p:txBody>
          <a:bodyPr wrap="square" lIns="0" tIns="0" rIns="0" bIns="0" rtlCol="0" anchor="t"/>
          <a:lstStyle/>
          <a:p>
            <a:pPr indent="0" marL="0">
              <a:buNone/>
            </a:pPr>
            <a:r>
              <a:rPr lang="en-US" sz="1600" b="1" dirty="0">
                <a:solidFill>
                  <a:schemeClr val="accent2"/>
                </a:solidFill>
              </a:rPr>
              <a:t>Success checklist</a:t>
            </a:r>
            <a:endParaRPr lang="en-US" sz="1600" dirty="0"/>
          </a:p>
        </p:txBody>
      </p:sp>
      <p:sp>
        <p:nvSpPr>
          <p:cNvPr id="20" name="icon circle"/>
          <p:cNvSpPr/>
          <p:nvPr/>
        </p:nvSpPr>
        <p:spPr>
          <a:xfrm>
            <a:off x="5166360" y="1783080"/>
            <a:ext cx="329184" cy="329184"/>
          </a:xfrm>
          <a:prstGeom prst="ellipse">
            <a:avLst/>
          </a:prstGeom>
          <a:solidFill>
            <a:schemeClr val="accent2"/>
          </a:solidFill>
          <a:ln w="12700">
            <a:solidFill>
              <a:schemeClr val="accent2"/>
            </a:solidFill>
            <a:prstDash val="solid"/>
          </a:ln>
        </p:spPr>
      </p:sp>
      <p:pic>
        <p:nvPicPr>
          <p:cNvPr id="21" name="icon" descr="preencoded.png">    </p:cNvPr>
          <p:cNvPicPr>
            <a:picLocks noChangeAspect="1"/>
          </p:cNvPicPr>
          <p:nvPr/>
        </p:nvPicPr>
        <p:blipFill>
          <a:blip r:embed="rId4"/>
          <a:stretch>
            <a:fillRect/>
          </a:stretch>
        </p:blipFill>
        <p:spPr>
          <a:xfrm>
            <a:off x="5255240" y="1871960"/>
            <a:ext cx="151425" cy="151425"/>
          </a:xfrm>
          <a:prstGeom prst="rect">
            <a:avLst/>
          </a:prstGeom>
        </p:spPr>
      </p:pic>
      <p:sp>
        <p:nvSpPr>
          <p:cNvPr id="22" name="Text 16"/>
          <p:cNvSpPr txBox="1"/>
          <p:nvPr/>
        </p:nvSpPr>
        <p:spPr>
          <a:xfrm>
            <a:off x="5623560" y="1783080"/>
            <a:ext cx="2926080" cy="329184"/>
          </a:xfrm>
          <a:prstGeom prst="rect">
            <a:avLst/>
          </a:prstGeom>
          <a:noFill/>
          <a:ln/>
        </p:spPr>
        <p:txBody>
          <a:bodyPr wrap="square" lIns="0" tIns="0" rIns="0" bIns="0" rtlCol="0" anchor="ctr"/>
          <a:lstStyle/>
          <a:p>
            <a:pPr indent="0" marL="0">
              <a:buNone/>
            </a:pPr>
            <a:r>
              <a:rPr lang="en-US" sz="1400" dirty="0">
                <a:solidFill>
                  <a:schemeClr val="bg1"/>
                </a:solidFill>
              </a:rPr>
              <a:t>Correct past verbs</a:t>
            </a:r>
            <a:endParaRPr lang="en-US" sz="1400" dirty="0"/>
          </a:p>
        </p:txBody>
      </p:sp>
      <p:sp>
        <p:nvSpPr>
          <p:cNvPr id="23" name="icon circle"/>
          <p:cNvSpPr/>
          <p:nvPr/>
        </p:nvSpPr>
        <p:spPr>
          <a:xfrm>
            <a:off x="5166360" y="2313432"/>
            <a:ext cx="329184" cy="329184"/>
          </a:xfrm>
          <a:prstGeom prst="ellipse">
            <a:avLst/>
          </a:prstGeom>
          <a:solidFill>
            <a:schemeClr val="accent2"/>
          </a:solidFill>
          <a:ln w="12700">
            <a:solidFill>
              <a:schemeClr val="accent2"/>
            </a:solidFill>
            <a:prstDash val="solid"/>
          </a:ln>
        </p:spPr>
      </p:sp>
      <p:pic>
        <p:nvPicPr>
          <p:cNvPr id="24" name="icon" descr="preencoded.png">    </p:cNvPr>
          <p:cNvPicPr>
            <a:picLocks noChangeAspect="1"/>
          </p:cNvPicPr>
          <p:nvPr/>
        </p:nvPicPr>
        <p:blipFill>
          <a:blip r:embed="rId5"/>
          <a:stretch>
            <a:fillRect/>
          </a:stretch>
        </p:blipFill>
        <p:spPr>
          <a:xfrm>
            <a:off x="5255240" y="2402312"/>
            <a:ext cx="151425" cy="151425"/>
          </a:xfrm>
          <a:prstGeom prst="rect">
            <a:avLst/>
          </a:prstGeom>
        </p:spPr>
      </p:pic>
      <p:sp>
        <p:nvSpPr>
          <p:cNvPr id="25" name="Text 18"/>
          <p:cNvSpPr txBox="1"/>
          <p:nvPr/>
        </p:nvSpPr>
        <p:spPr>
          <a:xfrm>
            <a:off x="5623560" y="2313432"/>
            <a:ext cx="2926080" cy="329184"/>
          </a:xfrm>
          <a:prstGeom prst="rect">
            <a:avLst/>
          </a:prstGeom>
          <a:noFill/>
          <a:ln/>
        </p:spPr>
        <p:txBody>
          <a:bodyPr wrap="square" lIns="0" tIns="0" rIns="0" bIns="0" rtlCol="0" anchor="ctr"/>
          <a:lstStyle/>
          <a:p>
            <a:pPr indent="0" marL="0">
              <a:buNone/>
            </a:pPr>
            <a:r>
              <a:rPr lang="en-US" sz="1400" dirty="0">
                <a:solidFill>
                  <a:schemeClr val="bg1"/>
                </a:solidFill>
              </a:rPr>
              <a:t>At least 4 sequencing words</a:t>
            </a:r>
            <a:endParaRPr lang="en-US" sz="1400" dirty="0"/>
          </a:p>
        </p:txBody>
      </p:sp>
      <p:sp>
        <p:nvSpPr>
          <p:cNvPr id="26" name="icon circle"/>
          <p:cNvSpPr/>
          <p:nvPr/>
        </p:nvSpPr>
        <p:spPr>
          <a:xfrm>
            <a:off x="5166360" y="2843784"/>
            <a:ext cx="329184" cy="329184"/>
          </a:xfrm>
          <a:prstGeom prst="ellipse">
            <a:avLst/>
          </a:prstGeom>
          <a:solidFill>
            <a:schemeClr val="accent2"/>
          </a:solidFill>
          <a:ln w="12700">
            <a:solidFill>
              <a:schemeClr val="accent2"/>
            </a:solidFill>
            <a:prstDash val="solid"/>
          </a:ln>
        </p:spPr>
      </p:sp>
      <p:pic>
        <p:nvPicPr>
          <p:cNvPr id="27" name="icon" descr="preencoded.png">    </p:cNvPr>
          <p:cNvPicPr>
            <a:picLocks noChangeAspect="1"/>
          </p:cNvPicPr>
          <p:nvPr/>
        </p:nvPicPr>
        <p:blipFill>
          <a:blip r:embed="rId6"/>
          <a:stretch>
            <a:fillRect/>
          </a:stretch>
        </p:blipFill>
        <p:spPr>
          <a:xfrm>
            <a:off x="5255240" y="2932664"/>
            <a:ext cx="151425" cy="151425"/>
          </a:xfrm>
          <a:prstGeom prst="rect">
            <a:avLst/>
          </a:prstGeom>
        </p:spPr>
      </p:pic>
      <p:sp>
        <p:nvSpPr>
          <p:cNvPr id="28" name="Text 20"/>
          <p:cNvSpPr txBox="1"/>
          <p:nvPr/>
        </p:nvSpPr>
        <p:spPr>
          <a:xfrm>
            <a:off x="5623560" y="2843784"/>
            <a:ext cx="2926080" cy="329184"/>
          </a:xfrm>
          <a:prstGeom prst="rect">
            <a:avLst/>
          </a:prstGeom>
          <a:noFill/>
          <a:ln/>
        </p:spPr>
        <p:txBody>
          <a:bodyPr wrap="square" lIns="0" tIns="0" rIns="0" bIns="0" rtlCol="0" anchor="ctr"/>
          <a:lstStyle/>
          <a:p>
            <a:pPr indent="0" marL="0">
              <a:buNone/>
            </a:pPr>
            <a:r>
              <a:rPr lang="en-US" sz="1400" dirty="0">
                <a:solidFill>
                  <a:schemeClr val="bg1"/>
                </a:solidFill>
              </a:rPr>
              <a:t>When, where and who</a:t>
            </a:r>
            <a:endParaRPr lang="en-US" sz="1400" dirty="0"/>
          </a:p>
        </p:txBody>
      </p:sp>
      <p:sp>
        <p:nvSpPr>
          <p:cNvPr id="29" name="icon circle"/>
          <p:cNvSpPr/>
          <p:nvPr/>
        </p:nvSpPr>
        <p:spPr>
          <a:xfrm>
            <a:off x="5166360" y="3374136"/>
            <a:ext cx="329184" cy="329184"/>
          </a:xfrm>
          <a:prstGeom prst="ellipse">
            <a:avLst/>
          </a:prstGeom>
          <a:solidFill>
            <a:schemeClr val="accent2"/>
          </a:solidFill>
          <a:ln w="12700">
            <a:solidFill>
              <a:schemeClr val="accent2"/>
            </a:solidFill>
            <a:prstDash val="solid"/>
          </a:ln>
        </p:spPr>
      </p:sp>
      <p:pic>
        <p:nvPicPr>
          <p:cNvPr id="30" name="icon" descr="preencoded.png">    </p:cNvPr>
          <p:cNvPicPr>
            <a:picLocks noChangeAspect="1"/>
          </p:cNvPicPr>
          <p:nvPr/>
        </p:nvPicPr>
        <p:blipFill>
          <a:blip r:embed="rId7"/>
          <a:stretch>
            <a:fillRect/>
          </a:stretch>
        </p:blipFill>
        <p:spPr>
          <a:xfrm>
            <a:off x="5255240" y="3463016"/>
            <a:ext cx="151425" cy="151425"/>
          </a:xfrm>
          <a:prstGeom prst="rect">
            <a:avLst/>
          </a:prstGeom>
        </p:spPr>
      </p:pic>
      <p:sp>
        <p:nvSpPr>
          <p:cNvPr id="31" name="Text 22"/>
          <p:cNvSpPr txBox="1"/>
          <p:nvPr/>
        </p:nvSpPr>
        <p:spPr>
          <a:xfrm>
            <a:off x="5623560" y="3374136"/>
            <a:ext cx="2926080" cy="329184"/>
          </a:xfrm>
          <a:prstGeom prst="rect">
            <a:avLst/>
          </a:prstGeom>
          <a:noFill/>
          <a:ln/>
        </p:spPr>
        <p:txBody>
          <a:bodyPr wrap="square" lIns="0" tIns="0" rIns="0" bIns="0" rtlCol="0" anchor="ctr"/>
          <a:lstStyle/>
          <a:p>
            <a:pPr indent="0" marL="0">
              <a:buNone/>
            </a:pPr>
            <a:r>
              <a:rPr lang="en-US" sz="1400" dirty="0">
                <a:solidFill>
                  <a:schemeClr val="bg1"/>
                </a:solidFill>
              </a:rPr>
              <a:t>How you felt</a:t>
            </a:r>
            <a:endParaRPr lang="en-US" sz="1400" dirty="0"/>
          </a:p>
        </p:txBody>
      </p:sp>
      <p:sp>
        <p:nvSpPr>
          <p:cNvPr id="32" name="icon circle"/>
          <p:cNvSpPr/>
          <p:nvPr/>
        </p:nvSpPr>
        <p:spPr>
          <a:xfrm>
            <a:off x="5166360" y="3904488"/>
            <a:ext cx="329184" cy="329184"/>
          </a:xfrm>
          <a:prstGeom prst="ellipse">
            <a:avLst/>
          </a:prstGeom>
          <a:solidFill>
            <a:schemeClr val="accent2"/>
          </a:solidFill>
          <a:ln w="12700">
            <a:solidFill>
              <a:schemeClr val="accent2"/>
            </a:solidFill>
            <a:prstDash val="solid"/>
          </a:ln>
        </p:spPr>
      </p:sp>
      <p:pic>
        <p:nvPicPr>
          <p:cNvPr id="33" name="icon" descr="preencoded.png">    </p:cNvPr>
          <p:cNvPicPr>
            <a:picLocks noChangeAspect="1"/>
          </p:cNvPicPr>
          <p:nvPr/>
        </p:nvPicPr>
        <p:blipFill>
          <a:blip r:embed="rId8"/>
          <a:stretch>
            <a:fillRect/>
          </a:stretch>
        </p:blipFill>
        <p:spPr>
          <a:xfrm>
            <a:off x="5255240" y="3993368"/>
            <a:ext cx="151425" cy="151425"/>
          </a:xfrm>
          <a:prstGeom prst="rect">
            <a:avLst/>
          </a:prstGeom>
        </p:spPr>
      </p:pic>
      <p:sp>
        <p:nvSpPr>
          <p:cNvPr id="34" name="Text 24"/>
          <p:cNvSpPr txBox="1"/>
          <p:nvPr/>
        </p:nvSpPr>
        <p:spPr>
          <a:xfrm>
            <a:off x="5623560" y="3904488"/>
            <a:ext cx="2926080" cy="329184"/>
          </a:xfrm>
          <a:prstGeom prst="rect">
            <a:avLst/>
          </a:prstGeom>
          <a:noFill/>
          <a:ln/>
        </p:spPr>
        <p:txBody>
          <a:bodyPr wrap="square" lIns="0" tIns="0" rIns="0" bIns="0" rtlCol="0" anchor="ctr"/>
          <a:lstStyle/>
          <a:p>
            <a:pPr indent="0" marL="0">
              <a:buNone/>
            </a:pPr>
            <a:r>
              <a:rPr lang="en-US" sz="1400" dirty="0">
                <a:solidFill>
                  <a:schemeClr val="bg1"/>
                </a:solidFill>
              </a:rPr>
              <a:t>Clear voice and eye contact</a:t>
            </a:r>
            <a:endParaRPr lang="en-US" sz="1400" dirty="0"/>
          </a:p>
        </p:txBody>
      </p:sp>
      <p:sp>
        <p:nvSpPr>
          <p:cNvPr id="25" name="Slide Number Placeholder 0"/>
          <p:cNvSpPr>
            <a:spLocks noGrp="1"/>
          </p:cNvSpPr>
          <p:nvPr>
            <p:ph type="sldNum" sz="quarter" idx="4294967295"/>
          </p:nvPr>
        </p:nvSpPr>
        <p:spPr>
          <a:xfrm>
            <a:off x="832104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5120640" cy="1188720"/>
          </a:xfrm>
          <a:prstGeom prst="rect">
            <a:avLst/>
          </a:prstGeom>
          <a:noFill/>
          <a:ln/>
        </p:spPr>
        <p:txBody>
          <a:bodyPr wrap="square" lIns="0" tIns="0" rIns="0" bIns="0" rtlCol="0" anchor="b"/>
          <a:lstStyle/>
          <a:p>
            <a:pPr algn="l" indent="0" marL="0">
              <a:buNone/>
            </a:pPr>
            <a:r>
              <a:rPr lang="en-US" sz="4400" b="1" dirty="0">
                <a:solidFill>
                  <a:schemeClr val="bg1"/>
                </a:solidFill>
              </a:rPr>
              <a:t>Great Stories!</a:t>
            </a:r>
            <a:endParaRPr lang="en-US" sz="4400" dirty="0"/>
          </a:p>
        </p:txBody>
      </p:sp>
      <p:sp>
        <p:nvSpPr>
          <p:cNvPr id="3" name="Text 0"/>
          <p:cNvSpPr/>
          <p:nvPr>
            <p:ph idx="101" type="body" hasCustomPrompt="1"/>
          </p:nvPr>
        </p:nvSpPr>
        <p:spPr>
          <a:xfrm>
            <a:off x="548640" y="2743200"/>
            <a:ext cx="5120640" cy="1280160"/>
          </a:xfrm>
          <a:prstGeom prst="rect">
            <a:avLst/>
          </a:prstGeom>
          <a:noFill/>
          <a:ln/>
        </p:spPr>
        <p:txBody>
          <a:bodyPr wrap="square" lIns="0" tIns="0" rIns="0" bIns="0" rtlCol="0" anchor="t"/>
          <a:lstStyle/>
          <a:p>
            <a:pPr indent="0" marL="0">
              <a:buNone/>
            </a:pPr>
            <a:r>
              <a:rPr lang="en-US" sz="1800" dirty="0">
                <a:solidFill>
                  <a:schemeClr val="bg2"/>
                </a:solidFill>
              </a:rPr>
              <a:t>Homework: Write 8–10 lines about your best holiday. Use the past simple and sequencing words.</a:t>
            </a:r>
            <a:endParaRPr lang="en-US" sz="1800" dirty="0"/>
          </a:p>
        </p:txBody>
      </p:sp>
      <p:sp>
        <p:nvSpPr>
          <p:cNvPr id="4" name="hero circle"/>
          <p:cNvSpPr/>
          <p:nvPr/>
        </p:nvSpPr>
        <p:spPr>
          <a:xfrm>
            <a:off x="6126480" y="1188720"/>
            <a:ext cx="2468880" cy="2468880"/>
          </a:xfrm>
          <a:prstGeom prst="ellipse">
            <a:avLst/>
          </a:prstGeom>
          <a:solidFill>
            <a:schemeClr val="accent2"/>
          </a:solidFill>
          <a:ln w="12700">
            <a:solidFill>
              <a:schemeClr val="accent2"/>
            </a:solidFill>
            <a:prstDash val="solid"/>
          </a:ln>
        </p:spPr>
      </p:sp>
      <p:pic>
        <p:nvPicPr>
          <p:cNvPr id="5" name="hero icon" descr="preencoded.png">    </p:cNvPr>
          <p:cNvPicPr>
            <a:picLocks noChangeAspect="1"/>
          </p:cNvPicPr>
          <p:nvPr/>
        </p:nvPicPr>
        <p:blipFill>
          <a:blip r:embed="rId1"/>
          <a:stretch>
            <a:fillRect/>
          </a:stretch>
        </p:blipFill>
        <p:spPr>
          <a:xfrm>
            <a:off x="6766560" y="1828800"/>
            <a:ext cx="1188720" cy="1188720"/>
          </a:xfrm>
          <a:prstGeom prst="rect">
            <a:avLst/>
          </a:prstGeom>
        </p:spPr>
      </p:pic>
    </p:spTree>
  </p:cSld>
  <p:clrMapOvr>
    <a:masterClrMapping/>
  </p:clrMapOvr>
</p:sld>
</file>

<file path=ppt/theme/theme1.xml><?xml version="1.0" encoding="utf-8"?>
<a:theme xmlns:a="http://schemas.openxmlformats.org/drawingml/2006/main" name="Speaking Class">
  <a:themeElements>
    <a:clrScheme name="Speaking Class">
      <a:dk1>
        <a:srgbClr val="1F2433"/>
      </a:dk1>
      <a:lt1>
        <a:srgbClr val="FFFFFF"/>
      </a:lt1>
      <a:dk2>
        <a:srgbClr val="2F3C7E"/>
      </a:dk2>
      <a:lt2>
        <a:srgbClr val="F1F3FA"/>
      </a:lt2>
      <a:accent1>
        <a:srgbClr val="F96167"/>
      </a:accent1>
      <a:accent2>
        <a:srgbClr val="F4A62A"/>
      </a:accent2>
      <a:accent3>
        <a:srgbClr val="2A9D8F"/>
      </a:accent3>
      <a:accent4>
        <a:srgbClr val="6C5CE7"/>
      </a:accent4>
      <a:accent5>
        <a:srgbClr val="E76F51"/>
      </a:accent5>
      <a:accent6>
        <a:srgbClr val="8D99AE"/>
      </a:accent6>
      <a:hlink>
        <a:srgbClr val="2F3C7E"/>
      </a:hlink>
      <a:folHlink>
        <a:srgbClr val="6C5CE7"/>
      </a:folHlink>
    </a:clrScheme>
    <a:fontScheme name="Speaking Clas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4 - Telling a Story</dc:title>
  <dc:subject>PptxGenJS Presentation</dc:subject>
  <dc:creator>PptxGenJS</dc:creator>
  <cp:lastModifiedBy>PptxGenJS</cp:lastModifiedBy>
  <cp:revision>1</cp:revision>
  <dcterms:created xsi:type="dcterms:W3CDTF">2026-10-09T11:30:33Z</dcterms:created>
  <dcterms:modified xsi:type="dcterms:W3CDTF">2026-10-09T11:30:33Z</dcterms:modified>
</cp:coreProperties>
</file>